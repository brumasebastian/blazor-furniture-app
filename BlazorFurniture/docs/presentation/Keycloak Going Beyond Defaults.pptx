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4" r:id="rId4"/>
    <p:sldId id="275" r:id="rId5"/>
    <p:sldId id="268" r:id="rId6"/>
    <p:sldId id="269" r:id="rId7"/>
    <p:sldId id="276" r:id="rId8"/>
    <p:sldId id="278" r:id="rId9"/>
    <p:sldId id="270" r:id="rId10"/>
    <p:sldId id="277" r:id="rId11"/>
    <p:sldId id="279" r:id="rId12"/>
    <p:sldId id="280" r:id="rId13"/>
    <p:sldId id="281" r:id="rId14"/>
    <p:sldId id="282" r:id="rId15"/>
    <p:sldId id="285" r:id="rId16"/>
    <p:sldId id="257" r:id="rId17"/>
    <p:sldId id="287" r:id="rId18"/>
    <p:sldId id="288" r:id="rId19"/>
    <p:sldId id="286" r:id="rId20"/>
    <p:sldId id="289" r:id="rId21"/>
    <p:sldId id="290" r:id="rId22"/>
    <p:sldId id="283" r:id="rId23"/>
    <p:sldId id="291" r:id="rId24"/>
    <p:sldId id="292" r:id="rId25"/>
    <p:sldId id="273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8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Bruma" initials="authorId_497830083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F24"/>
    <a:srgbClr val="343131"/>
    <a:srgbClr val="F7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5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648" y="114"/>
      </p:cViewPr>
      <p:guideLst>
        <p:guide orient="horz" pos="2238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02T22:41:56.505" idx="5">
    <p:pos x="10" y="10"/>
    <p:text>Give some examples: Custom action for onboarding, Delete event for organizations, Override some implementation for organization, endpoints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02T01:11:35.144" idx="1">
    <p:pos x="253" y="-300"/>
    <p:text>Show Code for each component</p:text>
  </p:cm>
  <p:cm authorId="1" dt="2025-12-02T01:11:52.903" idx="2">
    <p:pos x="257" y="-302"/>
    <p:text>Explain Admin Resource vs Public</p:text>
  </p:cm>
  <p:cm authorId="1" dt="2025-12-02T01:11:59.914" idx="3">
    <p:pos x="249" y="-292"/>
    <p:text>Explain Custom Service Spi</p:text>
  </p:cm>
  <p:cm authorId="1" dt="2025-12-02T01:12:07.485" idx="4">
    <p:pos x="253" y="-301"/>
    <p:text>Test in Postman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02T01:11:35.144" idx="6">
    <p:pos x="253" y="-300"/>
    <p:text>Show Code for each component</p:text>
  </p:cm>
  <p:cm authorId="1" dt="2025-12-02T01:11:52.903" idx="7">
    <p:pos x="257" y="-302"/>
    <p:text>Explain Admin Resource vs Public</p:text>
  </p:cm>
  <p:cm authorId="1" dt="2025-12-02T01:11:59.914" idx="8">
    <p:pos x="249" y="-292"/>
    <p:text>Explain Custom Service Spi</p:text>
  </p:cm>
  <p:cm authorId="1" dt="2025-12-02T01:12:07.485" idx="9">
    <p:pos x="253" y="-301"/>
    <p:text>Test in Postman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0" y="1731725"/>
            <a:ext cx="12192000" cy="3394550"/>
          </a:xfrm>
          <a:custGeom>
            <a:avLst/>
            <a:gdLst>
              <a:gd name="connsiteX0" fmla="*/ 0 w 12192000"/>
              <a:gd name="connsiteY0" fmla="*/ 0 h 3394550"/>
              <a:gd name="connsiteX1" fmla="*/ 12192000 w 12192000"/>
              <a:gd name="connsiteY1" fmla="*/ 0 h 3394550"/>
              <a:gd name="connsiteX2" fmla="*/ 12192000 w 12192000"/>
              <a:gd name="connsiteY2" fmla="*/ 3394550 h 3394550"/>
              <a:gd name="connsiteX3" fmla="*/ 0 w 12192000"/>
              <a:gd name="connsiteY3" fmla="*/ 3394550 h 339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394550">
                <a:moveTo>
                  <a:pt x="0" y="0"/>
                </a:moveTo>
                <a:lnTo>
                  <a:pt x="12192000" y="0"/>
                </a:lnTo>
                <a:lnTo>
                  <a:pt x="12192000" y="3394550"/>
                </a:lnTo>
                <a:lnTo>
                  <a:pt x="0" y="33945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95325" y="1676400"/>
            <a:ext cx="4263793" cy="4264377"/>
          </a:xfrm>
          <a:custGeom>
            <a:avLst/>
            <a:gdLst>
              <a:gd name="connsiteX0" fmla="*/ 0 w 4263793"/>
              <a:gd name="connsiteY0" fmla="*/ 0 h 4264377"/>
              <a:gd name="connsiteX1" fmla="*/ 4263793 w 4263793"/>
              <a:gd name="connsiteY1" fmla="*/ 0 h 4264377"/>
              <a:gd name="connsiteX2" fmla="*/ 4263793 w 4263793"/>
              <a:gd name="connsiteY2" fmla="*/ 4264377 h 4264377"/>
              <a:gd name="connsiteX3" fmla="*/ 0 w 4263793"/>
              <a:gd name="connsiteY3" fmla="*/ 4264377 h 4264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3793" h="4264377">
                <a:moveTo>
                  <a:pt x="0" y="0"/>
                </a:moveTo>
                <a:lnTo>
                  <a:pt x="4263793" y="0"/>
                </a:lnTo>
                <a:lnTo>
                  <a:pt x="4263793" y="4264377"/>
                </a:lnTo>
                <a:lnTo>
                  <a:pt x="0" y="426437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5053444" y="1975091"/>
            <a:ext cx="2085110" cy="1581044"/>
          </a:xfrm>
          <a:custGeom>
            <a:avLst/>
            <a:gdLst>
              <a:gd name="connsiteX0" fmla="*/ 0 w 2085110"/>
              <a:gd name="connsiteY0" fmla="*/ 0 h 1581044"/>
              <a:gd name="connsiteX1" fmla="*/ 2085110 w 2085110"/>
              <a:gd name="connsiteY1" fmla="*/ 0 h 1581044"/>
              <a:gd name="connsiteX2" fmla="*/ 2085110 w 2085110"/>
              <a:gd name="connsiteY2" fmla="*/ 1581044 h 1581044"/>
              <a:gd name="connsiteX3" fmla="*/ 0 w 2085110"/>
              <a:gd name="connsiteY3" fmla="*/ 1581044 h 1581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5110" h="1581044">
                <a:moveTo>
                  <a:pt x="0" y="0"/>
                </a:moveTo>
                <a:lnTo>
                  <a:pt x="2085110" y="0"/>
                </a:lnTo>
                <a:lnTo>
                  <a:pt x="2085110" y="1581044"/>
                </a:lnTo>
                <a:lnTo>
                  <a:pt x="0" y="158104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305F8-07A3-4895-BAD0-832CEDEFD0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9ADF3-5EA6-489A-A4ED-B414602B320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hyperlink" Target="https://www.keycloak.org/docs/latest/server_admin/index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hyperlink" Target="https://assist-software.net/blog/how-authorize-your-net-web-apis-using-keycloak" TargetMode="External"/><Relationship Id="rId1" Type="http://schemas.openxmlformats.org/officeDocument/2006/relationships/hyperlink" Target="https://assist-software.net/blog/how-integrate-identity-server-keycloak-net-web-apis" TargetMode="Externa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keycloak.org/docs/26.4.7/server_development/#_providers" TargetMode="Externa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github.com/BrumaSebastian/keycloak-extensions-sample" TargetMode="Externa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BrumaSebastian/keycloak-extensions-sample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BrumaSebastian/keycloak-extensions-sample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hyperlink" Target="https://www.keycloak.org/docs-api/latest/rest-api/index.html#_users" TargetMode="External"/><Relationship Id="rId5" Type="http://schemas.openxmlformats.org/officeDocument/2006/relationships/hyperlink" Target="https://www.youtube.com/c/NikoK%C3%B6bler" TargetMode="External"/><Relationship Id="rId4" Type="http://schemas.openxmlformats.org/officeDocument/2006/relationships/hyperlink" Target="https://github.com/dasniko/keycloak-extensions-demo" TargetMode="External"/><Relationship Id="rId3" Type="http://schemas.openxmlformats.org/officeDocument/2006/relationships/hyperlink" Target="https://docs.kantarainitiative.org/uma/wg/oauth-uma-federated-authz-2.0-09.html#reg-api" TargetMode="External"/><Relationship Id="rId2" Type="http://schemas.openxmlformats.org/officeDocument/2006/relationships/hyperlink" Target="https://docs.kantarainitiative.org/uma/wg/rec-oauth-uma-grant-2.0.html" TargetMode="External"/><Relationship Id="rId1" Type="http://schemas.openxmlformats.org/officeDocument/2006/relationships/hyperlink" Target="https://phasetwo.io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5219702" y="0"/>
            <a:ext cx="1735138" cy="3697288"/>
            <a:chOff x="5219702" y="0"/>
            <a:chExt cx="1735138" cy="3697288"/>
          </a:xfrm>
        </p:grpSpPr>
        <p:sp>
          <p:nvSpPr>
            <p:cNvPr id="26" name="稻壳儿春秋广告/盗版必究        原创来源：http://chn.docer.com/works?userid=199329941#!/work_time"/>
            <p:cNvSpPr/>
            <p:nvPr/>
          </p:nvSpPr>
          <p:spPr bwMode="auto">
            <a:xfrm>
              <a:off x="5861052" y="1780854"/>
              <a:ext cx="473075" cy="390846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1" name="稻壳儿春秋广告/盗版必究        原创来源：http://chn.docer.com/works?userid=199329941#!/work_time"/>
            <p:cNvSpPr/>
            <p:nvPr/>
          </p:nvSpPr>
          <p:spPr bwMode="auto">
            <a:xfrm>
              <a:off x="5310190" y="2411413"/>
              <a:ext cx="196850" cy="149225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稻壳儿春秋广告/盗版必究        原创来源：http://chn.docer.com/works?userid=199329941#!/work_time"/>
            <p:cNvSpPr/>
            <p:nvPr/>
          </p:nvSpPr>
          <p:spPr bwMode="auto">
            <a:xfrm>
              <a:off x="6688140" y="2408238"/>
              <a:ext cx="196850" cy="149225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稻壳儿春秋广告/盗版必究        原创来源：http://chn.docer.com/works?userid=199329941#!/work_time"/>
            <p:cNvSpPr/>
            <p:nvPr/>
          </p:nvSpPr>
          <p:spPr bwMode="auto">
            <a:xfrm>
              <a:off x="5219702" y="2938463"/>
              <a:ext cx="227013" cy="119063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稻壳儿春秋广告/盗版必究        原创来源：http://chn.docer.com/works?userid=199329941#!/work_time"/>
            <p:cNvSpPr/>
            <p:nvPr/>
          </p:nvSpPr>
          <p:spPr bwMode="auto">
            <a:xfrm>
              <a:off x="6748465" y="2930525"/>
              <a:ext cx="206375" cy="120650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稻壳儿春秋广告/盗版必究        原创来源：http://chn.docer.com/works?userid=199329941#!/work_time"/>
            <p:cNvSpPr/>
            <p:nvPr/>
          </p:nvSpPr>
          <p:spPr bwMode="auto">
            <a:xfrm>
              <a:off x="5527677" y="3333750"/>
              <a:ext cx="173038" cy="190500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稻壳儿春秋广告/盗版必究        原创来源：http://chn.docer.com/works?userid=199329941#!/work_time"/>
            <p:cNvSpPr/>
            <p:nvPr/>
          </p:nvSpPr>
          <p:spPr bwMode="auto">
            <a:xfrm>
              <a:off x="6500815" y="3336925"/>
              <a:ext cx="166688" cy="187325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稻壳儿春秋广告/盗版必究        原创来源：http://chn.docer.com/works?userid=199329941#!/work_time"/>
            <p:cNvSpPr/>
            <p:nvPr/>
          </p:nvSpPr>
          <p:spPr bwMode="auto">
            <a:xfrm>
              <a:off x="6054727" y="3494088"/>
              <a:ext cx="85725" cy="203200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稻壳儿春秋广告/盗版必究        原创来源：http://chn.docer.com/works?userid=199329941#!/work_time"/>
            <p:cNvSpPr/>
            <p:nvPr/>
          </p:nvSpPr>
          <p:spPr bwMode="auto">
            <a:xfrm>
              <a:off x="5540377" y="2195513"/>
              <a:ext cx="1114425" cy="1198563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4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6084890" y="0"/>
              <a:ext cx="25400" cy="1811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7" name="稻壳儿春秋广告/盗版必究        原创来源：http://chn.docer.com/works?userid=199329941#!/work_time"/>
          <p:cNvSpPr txBox="1"/>
          <p:nvPr/>
        </p:nvSpPr>
        <p:spPr>
          <a:xfrm>
            <a:off x="2211705" y="4176713"/>
            <a:ext cx="7772400" cy="1863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20000"/>
              </a:lnSpc>
              <a:defRPr/>
            </a:pPr>
            <a:r>
              <a:rPr lang="en-US" altLang="zh-CN" sz="48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</a:rPr>
              <a:t>Keycloak: </a:t>
            </a:r>
            <a:r>
              <a:rPr lang="en-US" altLang="zh-CN" sz="4800" dirty="0">
                <a:solidFill>
                  <a:schemeClr val="bg1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</a:rPr>
              <a:t>Going Beyond Defaults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7703256" y="1"/>
            <a:ext cx="1093082" cy="3234842"/>
            <a:chOff x="7556952" y="1"/>
            <a:chExt cx="1093082" cy="3234842"/>
          </a:xfrm>
        </p:grpSpPr>
        <p:sp>
          <p:nvSpPr>
            <p:cNvPr id="43" name="稻壳儿春秋广告/盗版必究        原创来源：http://chn.docer.com/works?userid=199329941#!/work_time"/>
            <p:cNvSpPr/>
            <p:nvPr/>
          </p:nvSpPr>
          <p:spPr bwMode="auto">
            <a:xfrm>
              <a:off x="7960982" y="2027550"/>
              <a:ext cx="298022" cy="246221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" name="稻壳儿春秋广告/盗版必究        原创来源：http://chn.docer.com/works?userid=199329941#!/work_time"/>
            <p:cNvSpPr/>
            <p:nvPr/>
          </p:nvSpPr>
          <p:spPr bwMode="auto">
            <a:xfrm>
              <a:off x="7613957" y="2424783"/>
              <a:ext cx="124009" cy="9400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稻壳儿春秋广告/盗版必究        原创来源：http://chn.docer.com/works?userid=199329941#!/work_time"/>
            <p:cNvSpPr/>
            <p:nvPr/>
          </p:nvSpPr>
          <p:spPr bwMode="auto">
            <a:xfrm>
              <a:off x="8482021" y="2422782"/>
              <a:ext cx="124009" cy="9400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稻壳儿春秋广告/盗版必究        原创来源：http://chn.docer.com/works?userid=199329941#!/work_time"/>
            <p:cNvSpPr/>
            <p:nvPr/>
          </p:nvSpPr>
          <p:spPr bwMode="auto">
            <a:xfrm>
              <a:off x="7556952" y="2756807"/>
              <a:ext cx="143011" cy="75006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稻壳儿春秋广告/盗版必究        原创来源：http://chn.docer.com/works?userid=199329941#!/work_time"/>
            <p:cNvSpPr/>
            <p:nvPr/>
          </p:nvSpPr>
          <p:spPr bwMode="auto">
            <a:xfrm>
              <a:off x="8520024" y="2751807"/>
              <a:ext cx="130010" cy="7600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稻壳儿春秋广告/盗版必究        原创来源：http://chn.docer.com/works?userid=199329941#!/work_time"/>
            <p:cNvSpPr/>
            <p:nvPr/>
          </p:nvSpPr>
          <p:spPr bwMode="auto">
            <a:xfrm>
              <a:off x="7750966" y="3005826"/>
              <a:ext cx="109008" cy="120009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稻壳儿春秋广告/盗版必究        原创来源：http://chn.docer.com/works?userid=199329941#!/work_time"/>
            <p:cNvSpPr/>
            <p:nvPr/>
          </p:nvSpPr>
          <p:spPr bwMode="auto">
            <a:xfrm>
              <a:off x="8364013" y="3007826"/>
              <a:ext cx="105008" cy="118009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稻壳儿春秋广告/盗版必究        原创来源：http://chn.docer.com/works?userid=199329941#!/work_time"/>
            <p:cNvSpPr/>
            <p:nvPr/>
          </p:nvSpPr>
          <p:spPr bwMode="auto">
            <a:xfrm>
              <a:off x="8082991" y="3106833"/>
              <a:ext cx="54004" cy="128010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稻壳儿春秋广告/盗版必究        原创来源：http://chn.docer.com/works?userid=199329941#!/work_time"/>
            <p:cNvSpPr/>
            <p:nvPr/>
          </p:nvSpPr>
          <p:spPr bwMode="auto">
            <a:xfrm>
              <a:off x="7758967" y="2288772"/>
              <a:ext cx="702052" cy="755057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3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8098618" y="1"/>
              <a:ext cx="22750" cy="20385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2858262" y="0"/>
            <a:ext cx="1554099" cy="2539871"/>
            <a:chOff x="2858262" y="-42234"/>
            <a:chExt cx="1554099" cy="2539871"/>
          </a:xfrm>
        </p:grpSpPr>
        <p:sp>
          <p:nvSpPr>
            <p:cNvPr id="32" name="稻壳儿春秋广告/盗版必究        原创来源：http://chn.docer.com/works?userid=199329941#!/work_time"/>
            <p:cNvSpPr/>
            <p:nvPr/>
          </p:nvSpPr>
          <p:spPr bwMode="auto">
            <a:xfrm>
              <a:off x="3432695" y="781157"/>
              <a:ext cx="423716" cy="350066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33" name="稻壳儿春秋广告/盗版必究        原创来源：http://chn.docer.com/works?userid=199329941#!/work_time"/>
            <p:cNvSpPr/>
            <p:nvPr/>
          </p:nvSpPr>
          <p:spPr bwMode="auto">
            <a:xfrm>
              <a:off x="2939309" y="1345926"/>
              <a:ext cx="176311" cy="133655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稻壳儿春秋广告/盗版必究        原创来源：http://chn.docer.com/works?userid=199329941#!/work_time"/>
            <p:cNvSpPr/>
            <p:nvPr/>
          </p:nvSpPr>
          <p:spPr bwMode="auto">
            <a:xfrm>
              <a:off x="4173488" y="1343082"/>
              <a:ext cx="176311" cy="133655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稻壳儿春秋广告/盗版必究        原创来源：http://chn.docer.com/works?userid=199329941#!/work_time"/>
            <p:cNvSpPr/>
            <p:nvPr/>
          </p:nvSpPr>
          <p:spPr bwMode="auto">
            <a:xfrm>
              <a:off x="2858262" y="1817985"/>
              <a:ext cx="203327" cy="106640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稻壳儿春秋广告/盗版必究        原创来源：http://chn.docer.com/works?userid=199329941#!/work_time"/>
            <p:cNvSpPr/>
            <p:nvPr/>
          </p:nvSpPr>
          <p:spPr bwMode="auto">
            <a:xfrm>
              <a:off x="4227519" y="1810876"/>
              <a:ext cx="184842" cy="108062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稻壳儿春秋广告/盗版必究        原创来源：http://chn.docer.com/works?userid=199329941#!/work_time"/>
            <p:cNvSpPr/>
            <p:nvPr/>
          </p:nvSpPr>
          <p:spPr bwMode="auto">
            <a:xfrm>
              <a:off x="3134104" y="2172029"/>
              <a:ext cx="154984" cy="170624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稻壳儿春秋广告/盗版必究        原创来源：http://chn.docer.com/works?userid=199329941#!/work_time"/>
            <p:cNvSpPr/>
            <p:nvPr/>
          </p:nvSpPr>
          <p:spPr bwMode="auto">
            <a:xfrm>
              <a:off x="4005708" y="2174873"/>
              <a:ext cx="149296" cy="167780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稻壳儿春秋广告/盗版必究        原创来源：http://chn.docer.com/works?userid=199329941#!/work_time"/>
            <p:cNvSpPr/>
            <p:nvPr/>
          </p:nvSpPr>
          <p:spPr bwMode="auto">
            <a:xfrm>
              <a:off x="3606163" y="2315638"/>
              <a:ext cx="76781" cy="181999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稻壳儿春秋广告/盗版必究        原创来源：http://chn.docer.com/works?userid=199329941#!/work_time"/>
            <p:cNvSpPr/>
            <p:nvPr/>
          </p:nvSpPr>
          <p:spPr bwMode="auto">
            <a:xfrm>
              <a:off x="3145479" y="1152552"/>
              <a:ext cx="998149" cy="1073509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1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3633179" y="-42234"/>
              <a:ext cx="22750" cy="850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稻壳儿春秋广告/盗版必究        原创来源：http://chn.docer.com/works?userid=199329941#!/work_time"/>
          <p:cNvSpPr/>
          <p:nvPr/>
        </p:nvSpPr>
        <p:spPr bwMode="auto">
          <a:xfrm>
            <a:off x="10074520" y="3131116"/>
            <a:ext cx="473075" cy="390846"/>
          </a:xfrm>
          <a:custGeom>
            <a:avLst/>
            <a:gdLst>
              <a:gd name="connsiteX0" fmla="*/ 29984 w 473075"/>
              <a:gd name="connsiteY0" fmla="*/ 320996 h 390846"/>
              <a:gd name="connsiteX1" fmla="*/ 443092 w 473075"/>
              <a:gd name="connsiteY1" fmla="*/ 320996 h 390846"/>
              <a:gd name="connsiteX2" fmla="*/ 473075 w 473075"/>
              <a:gd name="connsiteY2" fmla="*/ 357584 h 390846"/>
              <a:gd name="connsiteX3" fmla="*/ 443092 w 473075"/>
              <a:gd name="connsiteY3" fmla="*/ 390846 h 390846"/>
              <a:gd name="connsiteX4" fmla="*/ 29984 w 473075"/>
              <a:gd name="connsiteY4" fmla="*/ 390846 h 390846"/>
              <a:gd name="connsiteX5" fmla="*/ 0 w 473075"/>
              <a:gd name="connsiteY5" fmla="*/ 357584 h 390846"/>
              <a:gd name="connsiteX6" fmla="*/ 29984 w 473075"/>
              <a:gd name="connsiteY6" fmla="*/ 320996 h 390846"/>
              <a:gd name="connsiteX7" fmla="*/ 29984 w 473075"/>
              <a:gd name="connsiteY7" fmla="*/ 227334 h 390846"/>
              <a:gd name="connsiteX8" fmla="*/ 443092 w 473075"/>
              <a:gd name="connsiteY8" fmla="*/ 227334 h 390846"/>
              <a:gd name="connsiteX9" fmla="*/ 473075 w 473075"/>
              <a:gd name="connsiteY9" fmla="*/ 260671 h 390846"/>
              <a:gd name="connsiteX10" fmla="*/ 443092 w 473075"/>
              <a:gd name="connsiteY10" fmla="*/ 294009 h 390846"/>
              <a:gd name="connsiteX11" fmla="*/ 29984 w 473075"/>
              <a:gd name="connsiteY11" fmla="*/ 294009 h 390846"/>
              <a:gd name="connsiteX12" fmla="*/ 0 w 473075"/>
              <a:gd name="connsiteY12" fmla="*/ 260671 h 390846"/>
              <a:gd name="connsiteX13" fmla="*/ 29984 w 473075"/>
              <a:gd name="connsiteY13" fmla="*/ 227334 h 390846"/>
              <a:gd name="connsiteX14" fmla="*/ 242865 w 473075"/>
              <a:gd name="connsiteY14" fmla="*/ 359 h 390846"/>
              <a:gd name="connsiteX15" fmla="*/ 319932 w 473075"/>
              <a:gd name="connsiteY15" fmla="*/ 7427 h 390846"/>
              <a:gd name="connsiteX16" fmla="*/ 353258 w 473075"/>
              <a:gd name="connsiteY16" fmla="*/ 40689 h 390846"/>
              <a:gd name="connsiteX17" fmla="*/ 396583 w 473075"/>
              <a:gd name="connsiteY17" fmla="*/ 130496 h 390846"/>
              <a:gd name="connsiteX18" fmla="*/ 443239 w 473075"/>
              <a:gd name="connsiteY18" fmla="*/ 130496 h 390846"/>
              <a:gd name="connsiteX19" fmla="*/ 469900 w 473075"/>
              <a:gd name="connsiteY19" fmla="*/ 163758 h 390846"/>
              <a:gd name="connsiteX20" fmla="*/ 443239 w 473075"/>
              <a:gd name="connsiteY20" fmla="*/ 200346 h 390846"/>
              <a:gd name="connsiteX21" fmla="*/ 29994 w 473075"/>
              <a:gd name="connsiteY21" fmla="*/ 200346 h 390846"/>
              <a:gd name="connsiteX22" fmla="*/ 0 w 473075"/>
              <a:gd name="connsiteY22" fmla="*/ 167084 h 390846"/>
              <a:gd name="connsiteX23" fmla="*/ 29994 w 473075"/>
              <a:gd name="connsiteY23" fmla="*/ 130496 h 390846"/>
              <a:gd name="connsiteX24" fmla="*/ 63320 w 473075"/>
              <a:gd name="connsiteY24" fmla="*/ 130496 h 390846"/>
              <a:gd name="connsiteX25" fmla="*/ 109977 w 473075"/>
              <a:gd name="connsiteY25" fmla="*/ 44015 h 390846"/>
              <a:gd name="connsiteX26" fmla="*/ 143303 w 473075"/>
              <a:gd name="connsiteY26" fmla="*/ 10753 h 390846"/>
              <a:gd name="connsiteX27" fmla="*/ 242865 w 473075"/>
              <a:gd name="connsiteY27" fmla="*/ 359 h 390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73075" h="390846">
                <a:moveTo>
                  <a:pt x="29984" y="320996"/>
                </a:moveTo>
                <a:cubicBezTo>
                  <a:pt x="29984" y="320996"/>
                  <a:pt x="29984" y="320996"/>
                  <a:pt x="443092" y="320996"/>
                </a:cubicBezTo>
                <a:cubicBezTo>
                  <a:pt x="459749" y="320996"/>
                  <a:pt x="473075" y="337627"/>
                  <a:pt x="473075" y="357584"/>
                </a:cubicBezTo>
                <a:cubicBezTo>
                  <a:pt x="473075" y="374215"/>
                  <a:pt x="459749" y="390846"/>
                  <a:pt x="443092" y="390846"/>
                </a:cubicBezTo>
                <a:cubicBezTo>
                  <a:pt x="443092" y="390846"/>
                  <a:pt x="443092" y="390846"/>
                  <a:pt x="29984" y="390846"/>
                </a:cubicBezTo>
                <a:cubicBezTo>
                  <a:pt x="13326" y="390846"/>
                  <a:pt x="0" y="374215"/>
                  <a:pt x="0" y="357584"/>
                </a:cubicBezTo>
                <a:cubicBezTo>
                  <a:pt x="0" y="337627"/>
                  <a:pt x="13326" y="320996"/>
                  <a:pt x="29984" y="320996"/>
                </a:cubicBezTo>
                <a:close/>
                <a:moveTo>
                  <a:pt x="29984" y="227334"/>
                </a:moveTo>
                <a:cubicBezTo>
                  <a:pt x="29984" y="227334"/>
                  <a:pt x="29984" y="227334"/>
                  <a:pt x="443092" y="227334"/>
                </a:cubicBezTo>
                <a:cubicBezTo>
                  <a:pt x="459749" y="227334"/>
                  <a:pt x="469744" y="240669"/>
                  <a:pt x="473075" y="260671"/>
                </a:cubicBezTo>
                <a:cubicBezTo>
                  <a:pt x="473075" y="280674"/>
                  <a:pt x="459749" y="294009"/>
                  <a:pt x="443092" y="294009"/>
                </a:cubicBezTo>
                <a:cubicBezTo>
                  <a:pt x="443092" y="294009"/>
                  <a:pt x="443092" y="294009"/>
                  <a:pt x="29984" y="294009"/>
                </a:cubicBezTo>
                <a:cubicBezTo>
                  <a:pt x="13326" y="294009"/>
                  <a:pt x="0" y="280674"/>
                  <a:pt x="0" y="260671"/>
                </a:cubicBezTo>
                <a:cubicBezTo>
                  <a:pt x="0" y="244003"/>
                  <a:pt x="13326" y="227334"/>
                  <a:pt x="29984" y="227334"/>
                </a:cubicBezTo>
                <a:close/>
                <a:moveTo>
                  <a:pt x="242865" y="359"/>
                </a:moveTo>
                <a:cubicBezTo>
                  <a:pt x="280774" y="1606"/>
                  <a:pt x="314933" y="5764"/>
                  <a:pt x="319932" y="7427"/>
                </a:cubicBezTo>
                <a:cubicBezTo>
                  <a:pt x="329930" y="10753"/>
                  <a:pt x="353258" y="40689"/>
                  <a:pt x="353258" y="40689"/>
                </a:cubicBezTo>
                <a:cubicBezTo>
                  <a:pt x="353258" y="40689"/>
                  <a:pt x="353258" y="40689"/>
                  <a:pt x="396583" y="130496"/>
                </a:cubicBezTo>
                <a:cubicBezTo>
                  <a:pt x="396583" y="130496"/>
                  <a:pt x="396583" y="130496"/>
                  <a:pt x="443239" y="130496"/>
                </a:cubicBezTo>
                <a:cubicBezTo>
                  <a:pt x="456570" y="130496"/>
                  <a:pt x="469900" y="147127"/>
                  <a:pt x="469900" y="163758"/>
                </a:cubicBezTo>
                <a:cubicBezTo>
                  <a:pt x="469900" y="183715"/>
                  <a:pt x="456570" y="200346"/>
                  <a:pt x="443239" y="200346"/>
                </a:cubicBezTo>
                <a:cubicBezTo>
                  <a:pt x="443239" y="200346"/>
                  <a:pt x="443239" y="200346"/>
                  <a:pt x="29994" y="200346"/>
                </a:cubicBezTo>
                <a:cubicBezTo>
                  <a:pt x="13331" y="200346"/>
                  <a:pt x="0" y="183715"/>
                  <a:pt x="0" y="167084"/>
                </a:cubicBezTo>
                <a:cubicBezTo>
                  <a:pt x="0" y="147127"/>
                  <a:pt x="13331" y="130496"/>
                  <a:pt x="29994" y="130496"/>
                </a:cubicBezTo>
                <a:cubicBezTo>
                  <a:pt x="29994" y="130496"/>
                  <a:pt x="29994" y="130496"/>
                  <a:pt x="63320" y="130496"/>
                </a:cubicBezTo>
                <a:cubicBezTo>
                  <a:pt x="73318" y="110539"/>
                  <a:pt x="96646" y="67298"/>
                  <a:pt x="109977" y="44015"/>
                </a:cubicBezTo>
                <a:cubicBezTo>
                  <a:pt x="123307" y="14079"/>
                  <a:pt x="143303" y="10753"/>
                  <a:pt x="143303" y="10753"/>
                </a:cubicBezTo>
                <a:cubicBezTo>
                  <a:pt x="163299" y="775"/>
                  <a:pt x="204957" y="-889"/>
                  <a:pt x="242865" y="359"/>
                </a:cubicBezTo>
                <a:close/>
              </a:path>
            </a:pathLst>
          </a:custGeom>
          <a:solidFill>
            <a:srgbClr val="F7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稻壳儿春秋广告/盗版必究        原创来源：http://chn.docer.com/works?userid=199329941#!/work_time"/>
          <p:cNvSpPr/>
          <p:nvPr/>
        </p:nvSpPr>
        <p:spPr bwMode="auto">
          <a:xfrm>
            <a:off x="9523658" y="3761675"/>
            <a:ext cx="196850" cy="149225"/>
          </a:xfrm>
          <a:custGeom>
            <a:avLst/>
            <a:gdLst>
              <a:gd name="T0" fmla="*/ 7 w 59"/>
              <a:gd name="T1" fmla="*/ 26 h 45"/>
              <a:gd name="T2" fmla="*/ 38 w 59"/>
              <a:gd name="T3" fmla="*/ 42 h 45"/>
              <a:gd name="T4" fmla="*/ 56 w 59"/>
              <a:gd name="T5" fmla="*/ 37 h 45"/>
              <a:gd name="T6" fmla="*/ 56 w 59"/>
              <a:gd name="T7" fmla="*/ 37 h 45"/>
              <a:gd name="T8" fmla="*/ 51 w 59"/>
              <a:gd name="T9" fmla="*/ 19 h 45"/>
              <a:gd name="T10" fmla="*/ 20 w 59"/>
              <a:gd name="T11" fmla="*/ 3 h 45"/>
              <a:gd name="T12" fmla="*/ 2 w 59"/>
              <a:gd name="T13" fmla="*/ 8 h 45"/>
              <a:gd name="T14" fmla="*/ 0 w 59"/>
              <a:gd name="T15" fmla="*/ 15 h 45"/>
              <a:gd name="T16" fmla="*/ 7 w 59"/>
              <a:gd name="T17" fmla="*/ 26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" h="45">
                <a:moveTo>
                  <a:pt x="7" y="26"/>
                </a:moveTo>
                <a:cubicBezTo>
                  <a:pt x="17" y="31"/>
                  <a:pt x="28" y="36"/>
                  <a:pt x="38" y="42"/>
                </a:cubicBezTo>
                <a:cubicBezTo>
                  <a:pt x="44" y="45"/>
                  <a:pt x="53" y="43"/>
                  <a:pt x="56" y="37"/>
                </a:cubicBezTo>
                <a:cubicBezTo>
                  <a:pt x="56" y="37"/>
                  <a:pt x="56" y="37"/>
                  <a:pt x="56" y="37"/>
                </a:cubicBezTo>
                <a:cubicBezTo>
                  <a:pt x="59" y="30"/>
                  <a:pt x="58" y="22"/>
                  <a:pt x="51" y="19"/>
                </a:cubicBezTo>
                <a:cubicBezTo>
                  <a:pt x="41" y="13"/>
                  <a:pt x="30" y="8"/>
                  <a:pt x="20" y="3"/>
                </a:cubicBezTo>
                <a:cubicBezTo>
                  <a:pt x="14" y="0"/>
                  <a:pt x="5" y="2"/>
                  <a:pt x="2" y="8"/>
                </a:cubicBezTo>
                <a:cubicBezTo>
                  <a:pt x="1" y="10"/>
                  <a:pt x="0" y="13"/>
                  <a:pt x="0" y="15"/>
                </a:cubicBezTo>
                <a:cubicBezTo>
                  <a:pt x="1" y="20"/>
                  <a:pt x="3" y="24"/>
                  <a:pt x="7" y="26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稻壳儿春秋广告/盗版必究        原创来源：http://chn.docer.com/works?userid=199329941#!/work_time"/>
          <p:cNvSpPr/>
          <p:nvPr/>
        </p:nvSpPr>
        <p:spPr bwMode="auto">
          <a:xfrm>
            <a:off x="10901608" y="3758500"/>
            <a:ext cx="196850" cy="149225"/>
          </a:xfrm>
          <a:custGeom>
            <a:avLst/>
            <a:gdLst>
              <a:gd name="T0" fmla="*/ 3 w 59"/>
              <a:gd name="T1" fmla="*/ 38 h 45"/>
              <a:gd name="T2" fmla="*/ 21 w 59"/>
              <a:gd name="T3" fmla="*/ 42 h 45"/>
              <a:gd name="T4" fmla="*/ 52 w 59"/>
              <a:gd name="T5" fmla="*/ 26 h 45"/>
              <a:gd name="T6" fmla="*/ 59 w 59"/>
              <a:gd name="T7" fmla="*/ 16 h 45"/>
              <a:gd name="T8" fmla="*/ 57 w 59"/>
              <a:gd name="T9" fmla="*/ 8 h 45"/>
              <a:gd name="T10" fmla="*/ 39 w 59"/>
              <a:gd name="T11" fmla="*/ 4 h 45"/>
              <a:gd name="T12" fmla="*/ 8 w 59"/>
              <a:gd name="T13" fmla="*/ 19 h 45"/>
              <a:gd name="T14" fmla="*/ 3 w 59"/>
              <a:gd name="T15" fmla="*/ 37 h 45"/>
              <a:gd name="T16" fmla="*/ 3 w 59"/>
              <a:gd name="T17" fmla="*/ 38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" h="45">
                <a:moveTo>
                  <a:pt x="3" y="38"/>
                </a:moveTo>
                <a:cubicBezTo>
                  <a:pt x="6" y="44"/>
                  <a:pt x="15" y="45"/>
                  <a:pt x="21" y="42"/>
                </a:cubicBezTo>
                <a:cubicBezTo>
                  <a:pt x="31" y="37"/>
                  <a:pt x="42" y="32"/>
                  <a:pt x="52" y="26"/>
                </a:cubicBezTo>
                <a:cubicBezTo>
                  <a:pt x="56" y="24"/>
                  <a:pt x="58" y="20"/>
                  <a:pt x="59" y="16"/>
                </a:cubicBezTo>
                <a:cubicBezTo>
                  <a:pt x="59" y="13"/>
                  <a:pt x="58" y="11"/>
                  <a:pt x="57" y="8"/>
                </a:cubicBezTo>
                <a:cubicBezTo>
                  <a:pt x="54" y="2"/>
                  <a:pt x="45" y="0"/>
                  <a:pt x="39" y="4"/>
                </a:cubicBezTo>
                <a:cubicBezTo>
                  <a:pt x="28" y="9"/>
                  <a:pt x="18" y="14"/>
                  <a:pt x="8" y="19"/>
                </a:cubicBezTo>
                <a:cubicBezTo>
                  <a:pt x="1" y="23"/>
                  <a:pt x="0" y="31"/>
                  <a:pt x="3" y="37"/>
                </a:cubicBezTo>
                <a:cubicBezTo>
                  <a:pt x="3" y="37"/>
                  <a:pt x="3" y="37"/>
                  <a:pt x="3" y="38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稻壳儿春秋广告/盗版必究        原创来源：http://chn.docer.com/works?userid=199329941#!/work_time"/>
          <p:cNvSpPr/>
          <p:nvPr/>
        </p:nvSpPr>
        <p:spPr bwMode="auto">
          <a:xfrm>
            <a:off x="9433170" y="4288725"/>
            <a:ext cx="227013" cy="119063"/>
          </a:xfrm>
          <a:custGeom>
            <a:avLst/>
            <a:gdLst>
              <a:gd name="T0" fmla="*/ 24 w 68"/>
              <a:gd name="T1" fmla="*/ 33 h 36"/>
              <a:gd name="T2" fmla="*/ 58 w 68"/>
              <a:gd name="T3" fmla="*/ 26 h 36"/>
              <a:gd name="T4" fmla="*/ 65 w 68"/>
              <a:gd name="T5" fmla="*/ 21 h 36"/>
              <a:gd name="T6" fmla="*/ 67 w 68"/>
              <a:gd name="T7" fmla="*/ 17 h 36"/>
              <a:gd name="T8" fmla="*/ 67 w 68"/>
              <a:gd name="T9" fmla="*/ 10 h 36"/>
              <a:gd name="T10" fmla="*/ 67 w 68"/>
              <a:gd name="T11" fmla="*/ 9 h 36"/>
              <a:gd name="T12" fmla="*/ 56 w 68"/>
              <a:gd name="T13" fmla="*/ 0 h 36"/>
              <a:gd name="T14" fmla="*/ 51 w 68"/>
              <a:gd name="T15" fmla="*/ 0 h 36"/>
              <a:gd name="T16" fmla="*/ 17 w 68"/>
              <a:gd name="T17" fmla="*/ 8 h 36"/>
              <a:gd name="T18" fmla="*/ 24 w 68"/>
              <a:gd name="T19" fmla="*/ 33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" h="36">
                <a:moveTo>
                  <a:pt x="24" y="33"/>
                </a:moveTo>
                <a:cubicBezTo>
                  <a:pt x="35" y="31"/>
                  <a:pt x="47" y="28"/>
                  <a:pt x="58" y="26"/>
                </a:cubicBezTo>
                <a:cubicBezTo>
                  <a:pt x="61" y="25"/>
                  <a:pt x="64" y="23"/>
                  <a:pt x="65" y="21"/>
                </a:cubicBezTo>
                <a:cubicBezTo>
                  <a:pt x="66" y="19"/>
                  <a:pt x="67" y="18"/>
                  <a:pt x="67" y="17"/>
                </a:cubicBezTo>
                <a:cubicBezTo>
                  <a:pt x="68" y="14"/>
                  <a:pt x="68" y="12"/>
                  <a:pt x="67" y="10"/>
                </a:cubicBezTo>
                <a:cubicBezTo>
                  <a:pt x="67" y="10"/>
                  <a:pt x="67" y="9"/>
                  <a:pt x="67" y="9"/>
                </a:cubicBezTo>
                <a:cubicBezTo>
                  <a:pt x="66" y="3"/>
                  <a:pt x="61" y="0"/>
                  <a:pt x="56" y="0"/>
                </a:cubicBezTo>
                <a:cubicBezTo>
                  <a:pt x="55" y="0"/>
                  <a:pt x="53" y="0"/>
                  <a:pt x="51" y="0"/>
                </a:cubicBezTo>
                <a:cubicBezTo>
                  <a:pt x="40" y="3"/>
                  <a:pt x="28" y="5"/>
                  <a:pt x="17" y="8"/>
                </a:cubicBezTo>
                <a:cubicBezTo>
                  <a:pt x="0" y="11"/>
                  <a:pt x="7" y="36"/>
                  <a:pt x="24" y="33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稻壳儿春秋广告/盗版必究        原创来源：http://chn.docer.com/works?userid=199329941#!/work_time"/>
          <p:cNvSpPr/>
          <p:nvPr/>
        </p:nvSpPr>
        <p:spPr bwMode="auto">
          <a:xfrm>
            <a:off x="10961933" y="4280787"/>
            <a:ext cx="206375" cy="120650"/>
          </a:xfrm>
          <a:custGeom>
            <a:avLst/>
            <a:gdLst>
              <a:gd name="T0" fmla="*/ 1 w 62"/>
              <a:gd name="T1" fmla="*/ 13 h 36"/>
              <a:gd name="T2" fmla="*/ 10 w 62"/>
              <a:gd name="T3" fmla="*/ 27 h 36"/>
              <a:gd name="T4" fmla="*/ 44 w 62"/>
              <a:gd name="T5" fmla="*/ 35 h 36"/>
              <a:gd name="T6" fmla="*/ 60 w 62"/>
              <a:gd name="T7" fmla="*/ 26 h 36"/>
              <a:gd name="T8" fmla="*/ 61 w 62"/>
              <a:gd name="T9" fmla="*/ 25 h 36"/>
              <a:gd name="T10" fmla="*/ 51 w 62"/>
              <a:gd name="T11" fmla="*/ 9 h 36"/>
              <a:gd name="T12" fmla="*/ 17 w 62"/>
              <a:gd name="T13" fmla="*/ 2 h 36"/>
              <a:gd name="T14" fmla="*/ 1 w 62"/>
              <a:gd name="T15" fmla="*/ 13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2" h="36">
                <a:moveTo>
                  <a:pt x="1" y="13"/>
                </a:moveTo>
                <a:cubicBezTo>
                  <a:pt x="0" y="19"/>
                  <a:pt x="2" y="26"/>
                  <a:pt x="10" y="27"/>
                </a:cubicBezTo>
                <a:cubicBezTo>
                  <a:pt x="22" y="30"/>
                  <a:pt x="33" y="32"/>
                  <a:pt x="44" y="35"/>
                </a:cubicBezTo>
                <a:cubicBezTo>
                  <a:pt x="51" y="36"/>
                  <a:pt x="59" y="33"/>
                  <a:pt x="60" y="26"/>
                </a:cubicBezTo>
                <a:cubicBezTo>
                  <a:pt x="60" y="25"/>
                  <a:pt x="60" y="25"/>
                  <a:pt x="61" y="25"/>
                </a:cubicBezTo>
                <a:cubicBezTo>
                  <a:pt x="62" y="19"/>
                  <a:pt x="59" y="11"/>
                  <a:pt x="51" y="9"/>
                </a:cubicBezTo>
                <a:cubicBezTo>
                  <a:pt x="40" y="7"/>
                  <a:pt x="29" y="4"/>
                  <a:pt x="17" y="2"/>
                </a:cubicBezTo>
                <a:cubicBezTo>
                  <a:pt x="8" y="0"/>
                  <a:pt x="2" y="6"/>
                  <a:pt x="1" y="13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 bwMode="auto">
          <a:xfrm>
            <a:off x="9741145" y="4684012"/>
            <a:ext cx="173038" cy="190500"/>
          </a:xfrm>
          <a:custGeom>
            <a:avLst/>
            <a:gdLst>
              <a:gd name="T0" fmla="*/ 6 w 52"/>
              <a:gd name="T1" fmla="*/ 51 h 57"/>
              <a:gd name="T2" fmla="*/ 6 w 52"/>
              <a:gd name="T3" fmla="*/ 51 h 57"/>
              <a:gd name="T4" fmla="*/ 25 w 52"/>
              <a:gd name="T5" fmla="*/ 51 h 57"/>
              <a:gd name="T6" fmla="*/ 47 w 52"/>
              <a:gd name="T7" fmla="*/ 24 h 57"/>
              <a:gd name="T8" fmla="*/ 47 w 52"/>
              <a:gd name="T9" fmla="*/ 5 h 57"/>
              <a:gd name="T10" fmla="*/ 46 w 52"/>
              <a:gd name="T11" fmla="*/ 4 h 57"/>
              <a:gd name="T12" fmla="*/ 28 w 52"/>
              <a:gd name="T13" fmla="*/ 5 h 57"/>
              <a:gd name="T14" fmla="*/ 6 w 52"/>
              <a:gd name="T15" fmla="*/ 32 h 57"/>
              <a:gd name="T16" fmla="*/ 6 w 52"/>
              <a:gd name="T17" fmla="*/ 51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" h="57">
                <a:moveTo>
                  <a:pt x="6" y="51"/>
                </a:moveTo>
                <a:cubicBezTo>
                  <a:pt x="6" y="51"/>
                  <a:pt x="6" y="51"/>
                  <a:pt x="6" y="51"/>
                </a:cubicBezTo>
                <a:cubicBezTo>
                  <a:pt x="12" y="55"/>
                  <a:pt x="20" y="57"/>
                  <a:pt x="25" y="51"/>
                </a:cubicBezTo>
                <a:cubicBezTo>
                  <a:pt x="32" y="42"/>
                  <a:pt x="40" y="33"/>
                  <a:pt x="47" y="24"/>
                </a:cubicBezTo>
                <a:cubicBezTo>
                  <a:pt x="51" y="18"/>
                  <a:pt x="52" y="10"/>
                  <a:pt x="47" y="5"/>
                </a:cubicBezTo>
                <a:cubicBezTo>
                  <a:pt x="46" y="5"/>
                  <a:pt x="46" y="4"/>
                  <a:pt x="46" y="4"/>
                </a:cubicBezTo>
                <a:cubicBezTo>
                  <a:pt x="41" y="0"/>
                  <a:pt x="32" y="0"/>
                  <a:pt x="28" y="5"/>
                </a:cubicBezTo>
                <a:cubicBezTo>
                  <a:pt x="21" y="14"/>
                  <a:pt x="13" y="23"/>
                  <a:pt x="6" y="32"/>
                </a:cubicBezTo>
                <a:cubicBezTo>
                  <a:pt x="2" y="37"/>
                  <a:pt x="0" y="46"/>
                  <a:pt x="6" y="51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稻壳儿春秋广告/盗版必究        原创来源：http://chn.docer.com/works?userid=199329941#!/work_time"/>
          <p:cNvSpPr/>
          <p:nvPr/>
        </p:nvSpPr>
        <p:spPr bwMode="auto">
          <a:xfrm>
            <a:off x="10714283" y="4687187"/>
            <a:ext cx="166688" cy="187325"/>
          </a:xfrm>
          <a:custGeom>
            <a:avLst/>
            <a:gdLst>
              <a:gd name="T0" fmla="*/ 4 w 50"/>
              <a:gd name="T1" fmla="*/ 22 h 56"/>
              <a:gd name="T2" fmla="*/ 26 w 50"/>
              <a:gd name="T3" fmla="*/ 50 h 56"/>
              <a:gd name="T4" fmla="*/ 44 w 50"/>
              <a:gd name="T5" fmla="*/ 50 h 56"/>
              <a:gd name="T6" fmla="*/ 44 w 50"/>
              <a:gd name="T7" fmla="*/ 49 h 56"/>
              <a:gd name="T8" fmla="*/ 44 w 50"/>
              <a:gd name="T9" fmla="*/ 31 h 56"/>
              <a:gd name="T10" fmla="*/ 22 w 50"/>
              <a:gd name="T11" fmla="*/ 4 h 56"/>
              <a:gd name="T12" fmla="*/ 12 w 50"/>
              <a:gd name="T13" fmla="*/ 0 h 56"/>
              <a:gd name="T14" fmla="*/ 4 w 50"/>
              <a:gd name="T15" fmla="*/ 4 h 56"/>
              <a:gd name="T16" fmla="*/ 0 w 50"/>
              <a:gd name="T17" fmla="*/ 11 h 56"/>
              <a:gd name="T18" fmla="*/ 4 w 50"/>
              <a:gd name="T19" fmla="*/ 22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0" h="56">
                <a:moveTo>
                  <a:pt x="4" y="22"/>
                </a:moveTo>
                <a:cubicBezTo>
                  <a:pt x="11" y="32"/>
                  <a:pt x="18" y="41"/>
                  <a:pt x="26" y="50"/>
                </a:cubicBezTo>
                <a:cubicBezTo>
                  <a:pt x="30" y="56"/>
                  <a:pt x="39" y="54"/>
                  <a:pt x="44" y="50"/>
                </a:cubicBezTo>
                <a:cubicBezTo>
                  <a:pt x="44" y="50"/>
                  <a:pt x="44" y="49"/>
                  <a:pt x="44" y="49"/>
                </a:cubicBezTo>
                <a:cubicBezTo>
                  <a:pt x="50" y="45"/>
                  <a:pt x="48" y="36"/>
                  <a:pt x="44" y="31"/>
                </a:cubicBezTo>
                <a:cubicBezTo>
                  <a:pt x="37" y="22"/>
                  <a:pt x="30" y="13"/>
                  <a:pt x="22" y="4"/>
                </a:cubicBezTo>
                <a:cubicBezTo>
                  <a:pt x="20" y="1"/>
                  <a:pt x="16" y="0"/>
                  <a:pt x="12" y="0"/>
                </a:cubicBezTo>
                <a:cubicBezTo>
                  <a:pt x="9" y="0"/>
                  <a:pt x="6" y="2"/>
                  <a:pt x="4" y="4"/>
                </a:cubicBezTo>
                <a:cubicBezTo>
                  <a:pt x="1" y="6"/>
                  <a:pt x="0" y="9"/>
                  <a:pt x="0" y="11"/>
                </a:cubicBezTo>
                <a:cubicBezTo>
                  <a:pt x="0" y="15"/>
                  <a:pt x="1" y="19"/>
                  <a:pt x="4" y="22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稻壳儿春秋广告/盗版必究        原创来源：http://chn.docer.com/works?userid=199329941#!/work_time"/>
          <p:cNvSpPr/>
          <p:nvPr/>
        </p:nvSpPr>
        <p:spPr bwMode="auto">
          <a:xfrm>
            <a:off x="10268195" y="4844350"/>
            <a:ext cx="85725" cy="203200"/>
          </a:xfrm>
          <a:custGeom>
            <a:avLst/>
            <a:gdLst>
              <a:gd name="T0" fmla="*/ 13 w 26"/>
              <a:gd name="T1" fmla="*/ 61 h 61"/>
              <a:gd name="T2" fmla="*/ 13 w 26"/>
              <a:gd name="T3" fmla="*/ 61 h 61"/>
              <a:gd name="T4" fmla="*/ 26 w 26"/>
              <a:gd name="T5" fmla="*/ 48 h 61"/>
              <a:gd name="T6" fmla="*/ 26 w 26"/>
              <a:gd name="T7" fmla="*/ 13 h 61"/>
              <a:gd name="T8" fmla="*/ 13 w 26"/>
              <a:gd name="T9" fmla="*/ 0 h 61"/>
              <a:gd name="T10" fmla="*/ 13 w 26"/>
              <a:gd name="T11" fmla="*/ 0 h 61"/>
              <a:gd name="T12" fmla="*/ 4 w 26"/>
              <a:gd name="T13" fmla="*/ 3 h 61"/>
              <a:gd name="T14" fmla="*/ 0 w 26"/>
              <a:gd name="T15" fmla="*/ 13 h 61"/>
              <a:gd name="T16" fmla="*/ 0 w 26"/>
              <a:gd name="T17" fmla="*/ 48 h 61"/>
              <a:gd name="T18" fmla="*/ 13 w 26"/>
              <a:gd name="T19" fmla="*/ 61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" h="61">
                <a:moveTo>
                  <a:pt x="13" y="61"/>
                </a:moveTo>
                <a:cubicBezTo>
                  <a:pt x="13" y="61"/>
                  <a:pt x="13" y="61"/>
                  <a:pt x="13" y="61"/>
                </a:cubicBezTo>
                <a:cubicBezTo>
                  <a:pt x="20" y="61"/>
                  <a:pt x="26" y="56"/>
                  <a:pt x="26" y="48"/>
                </a:cubicBezTo>
                <a:cubicBezTo>
                  <a:pt x="26" y="37"/>
                  <a:pt x="26" y="25"/>
                  <a:pt x="26" y="13"/>
                </a:cubicBezTo>
                <a:cubicBezTo>
                  <a:pt x="26" y="6"/>
                  <a:pt x="21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9" y="0"/>
                  <a:pt x="7" y="2"/>
                  <a:pt x="4" y="3"/>
                </a:cubicBezTo>
                <a:cubicBezTo>
                  <a:pt x="2" y="6"/>
                  <a:pt x="0" y="9"/>
                  <a:pt x="0" y="13"/>
                </a:cubicBezTo>
                <a:cubicBezTo>
                  <a:pt x="0" y="25"/>
                  <a:pt x="0" y="37"/>
                  <a:pt x="0" y="48"/>
                </a:cubicBezTo>
                <a:cubicBezTo>
                  <a:pt x="0" y="55"/>
                  <a:pt x="6" y="61"/>
                  <a:pt x="13" y="61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" name="稻壳儿春秋广告/盗版必究        原创来源：http://chn.docer.com/works?userid=199329941#!/work_time"/>
          <p:cNvSpPr/>
          <p:nvPr/>
        </p:nvSpPr>
        <p:spPr bwMode="auto">
          <a:xfrm>
            <a:off x="9753845" y="3545775"/>
            <a:ext cx="1114425" cy="1198563"/>
          </a:xfrm>
          <a:custGeom>
            <a:avLst/>
            <a:gdLst>
              <a:gd name="connsiteX0" fmla="*/ 623744 w 1114425"/>
              <a:gd name="connsiteY0" fmla="*/ 549275 h 1198563"/>
              <a:gd name="connsiteX1" fmla="*/ 620425 w 1114425"/>
              <a:gd name="connsiteY1" fmla="*/ 595948 h 1198563"/>
              <a:gd name="connsiteX2" fmla="*/ 600508 w 1114425"/>
              <a:gd name="connsiteY2" fmla="*/ 612616 h 1198563"/>
              <a:gd name="connsiteX3" fmla="*/ 593870 w 1114425"/>
              <a:gd name="connsiteY3" fmla="*/ 615950 h 1198563"/>
              <a:gd name="connsiteX4" fmla="*/ 590550 w 1114425"/>
              <a:gd name="connsiteY4" fmla="*/ 612616 h 1198563"/>
              <a:gd name="connsiteX5" fmla="*/ 593870 w 1114425"/>
              <a:gd name="connsiteY5" fmla="*/ 592614 h 1198563"/>
              <a:gd name="connsiteX6" fmla="*/ 620425 w 1114425"/>
              <a:gd name="connsiteY6" fmla="*/ 552609 h 1198563"/>
              <a:gd name="connsiteX7" fmla="*/ 623744 w 1114425"/>
              <a:gd name="connsiteY7" fmla="*/ 549275 h 1198563"/>
              <a:gd name="connsiteX8" fmla="*/ 444357 w 1114425"/>
              <a:gd name="connsiteY8" fmla="*/ 546100 h 1198563"/>
              <a:gd name="connsiteX9" fmla="*/ 441038 w 1114425"/>
              <a:gd name="connsiteY9" fmla="*/ 582117 h 1198563"/>
              <a:gd name="connsiteX10" fmla="*/ 421121 w 1114425"/>
              <a:gd name="connsiteY10" fmla="*/ 598488 h 1198563"/>
              <a:gd name="connsiteX11" fmla="*/ 414483 w 1114425"/>
              <a:gd name="connsiteY11" fmla="*/ 591940 h 1198563"/>
              <a:gd name="connsiteX12" fmla="*/ 417802 w 1114425"/>
              <a:gd name="connsiteY12" fmla="*/ 575568 h 1198563"/>
              <a:gd name="connsiteX13" fmla="*/ 444357 w 1114425"/>
              <a:gd name="connsiteY13" fmla="*/ 546100 h 1198563"/>
              <a:gd name="connsiteX14" fmla="*/ 781050 w 1114425"/>
              <a:gd name="connsiteY14" fmla="*/ 431800 h 1198563"/>
              <a:gd name="connsiteX15" fmla="*/ 784324 w 1114425"/>
              <a:gd name="connsiteY15" fmla="*/ 431800 h 1198563"/>
              <a:gd name="connsiteX16" fmla="*/ 826890 w 1114425"/>
              <a:gd name="connsiteY16" fmla="*/ 455507 h 1198563"/>
              <a:gd name="connsiteX17" fmla="*/ 833438 w 1114425"/>
              <a:gd name="connsiteY17" fmla="*/ 475827 h 1198563"/>
              <a:gd name="connsiteX18" fmla="*/ 820341 w 1114425"/>
              <a:gd name="connsiteY18" fmla="*/ 482600 h 1198563"/>
              <a:gd name="connsiteX19" fmla="*/ 817067 w 1114425"/>
              <a:gd name="connsiteY19" fmla="*/ 482600 h 1198563"/>
              <a:gd name="connsiteX20" fmla="*/ 790873 w 1114425"/>
              <a:gd name="connsiteY20" fmla="*/ 452120 h 1198563"/>
              <a:gd name="connsiteX21" fmla="*/ 781050 w 1114425"/>
              <a:gd name="connsiteY21" fmla="*/ 431800 h 1198563"/>
              <a:gd name="connsiteX22" fmla="*/ 320676 w 1114425"/>
              <a:gd name="connsiteY22" fmla="*/ 415925 h 1198563"/>
              <a:gd name="connsiteX23" fmla="*/ 300832 w 1114425"/>
              <a:gd name="connsiteY23" fmla="*/ 452905 h 1198563"/>
              <a:gd name="connsiteX24" fmla="*/ 287603 w 1114425"/>
              <a:gd name="connsiteY24" fmla="*/ 473075 h 1198563"/>
              <a:gd name="connsiteX25" fmla="*/ 280988 w 1114425"/>
              <a:gd name="connsiteY25" fmla="*/ 456266 h 1198563"/>
              <a:gd name="connsiteX26" fmla="*/ 287603 w 1114425"/>
              <a:gd name="connsiteY26" fmla="*/ 429372 h 1198563"/>
              <a:gd name="connsiteX27" fmla="*/ 320676 w 1114425"/>
              <a:gd name="connsiteY27" fmla="*/ 415925 h 1198563"/>
              <a:gd name="connsiteX28" fmla="*/ 514259 w 1114425"/>
              <a:gd name="connsiteY28" fmla="*/ 0 h 1198563"/>
              <a:gd name="connsiteX29" fmla="*/ 577484 w 1114425"/>
              <a:gd name="connsiteY29" fmla="*/ 0 h 1198563"/>
              <a:gd name="connsiteX30" fmla="*/ 723900 w 1114425"/>
              <a:gd name="connsiteY30" fmla="*/ 408996 h 1198563"/>
              <a:gd name="connsiteX31" fmla="*/ 620743 w 1114425"/>
              <a:gd name="connsiteY31" fmla="*/ 492125 h 1198563"/>
              <a:gd name="connsiteX32" fmla="*/ 557518 w 1114425"/>
              <a:gd name="connsiteY32" fmla="*/ 475499 h 1198563"/>
              <a:gd name="connsiteX33" fmla="*/ 467672 w 1114425"/>
              <a:gd name="connsiteY33" fmla="*/ 485475 h 1198563"/>
              <a:gd name="connsiteX34" fmla="*/ 377825 w 1114425"/>
              <a:gd name="connsiteY34" fmla="*/ 385720 h 1198563"/>
              <a:gd name="connsiteX35" fmla="*/ 514259 w 1114425"/>
              <a:gd name="connsiteY35" fmla="*/ 0 h 1198563"/>
              <a:gd name="connsiteX36" fmla="*/ 357017 w 1114425"/>
              <a:gd name="connsiteY36" fmla="*/ 0 h 1198563"/>
              <a:gd name="connsiteX37" fmla="*/ 473798 w 1114425"/>
              <a:gd name="connsiteY37" fmla="*/ 0 h 1198563"/>
              <a:gd name="connsiteX38" fmla="*/ 336997 w 1114425"/>
              <a:gd name="connsiteY38" fmla="*/ 376216 h 1198563"/>
              <a:gd name="connsiteX39" fmla="*/ 326987 w 1114425"/>
              <a:gd name="connsiteY39" fmla="*/ 376216 h 1198563"/>
              <a:gd name="connsiteX40" fmla="*/ 246909 w 1114425"/>
              <a:gd name="connsiteY40" fmla="*/ 422827 h 1198563"/>
              <a:gd name="connsiteX41" fmla="*/ 260255 w 1114425"/>
              <a:gd name="connsiteY41" fmla="*/ 502731 h 1198563"/>
              <a:gd name="connsiteX42" fmla="*/ 283611 w 1114425"/>
              <a:gd name="connsiteY42" fmla="*/ 512719 h 1198563"/>
              <a:gd name="connsiteX43" fmla="*/ 333660 w 1114425"/>
              <a:gd name="connsiteY43" fmla="*/ 476096 h 1198563"/>
              <a:gd name="connsiteX44" fmla="*/ 336997 w 1114425"/>
              <a:gd name="connsiteY44" fmla="*/ 472767 h 1198563"/>
              <a:gd name="connsiteX45" fmla="*/ 360353 w 1114425"/>
              <a:gd name="connsiteY45" fmla="*/ 422827 h 1198563"/>
              <a:gd name="connsiteX46" fmla="*/ 433758 w 1114425"/>
              <a:gd name="connsiteY46" fmla="*/ 506060 h 1198563"/>
              <a:gd name="connsiteX47" fmla="*/ 420412 w 1114425"/>
              <a:gd name="connsiteY47" fmla="*/ 516048 h 1198563"/>
              <a:gd name="connsiteX48" fmla="*/ 373700 w 1114425"/>
              <a:gd name="connsiteY48" fmla="*/ 582635 h 1198563"/>
              <a:gd name="connsiteX49" fmla="*/ 390383 w 1114425"/>
              <a:gd name="connsiteY49" fmla="*/ 629246 h 1198563"/>
              <a:gd name="connsiteX50" fmla="*/ 420412 w 1114425"/>
              <a:gd name="connsiteY50" fmla="*/ 639234 h 1198563"/>
              <a:gd name="connsiteX51" fmla="*/ 453778 w 1114425"/>
              <a:gd name="connsiteY51" fmla="*/ 629246 h 1198563"/>
              <a:gd name="connsiteX52" fmla="*/ 483807 w 1114425"/>
              <a:gd name="connsiteY52" fmla="*/ 549342 h 1198563"/>
              <a:gd name="connsiteX53" fmla="*/ 477134 w 1114425"/>
              <a:gd name="connsiteY53" fmla="*/ 526036 h 1198563"/>
              <a:gd name="connsiteX54" fmla="*/ 490481 w 1114425"/>
              <a:gd name="connsiteY54" fmla="*/ 519377 h 1198563"/>
              <a:gd name="connsiteX55" fmla="*/ 577232 w 1114425"/>
              <a:gd name="connsiteY55" fmla="*/ 516048 h 1198563"/>
              <a:gd name="connsiteX56" fmla="*/ 593915 w 1114425"/>
              <a:gd name="connsiteY56" fmla="*/ 522707 h 1198563"/>
              <a:gd name="connsiteX57" fmla="*/ 590579 w 1114425"/>
              <a:gd name="connsiteY57" fmla="*/ 526036 h 1198563"/>
              <a:gd name="connsiteX58" fmla="*/ 550540 w 1114425"/>
              <a:gd name="connsiteY58" fmla="*/ 612599 h 1198563"/>
              <a:gd name="connsiteX59" fmla="*/ 570559 w 1114425"/>
              <a:gd name="connsiteY59" fmla="*/ 645892 h 1198563"/>
              <a:gd name="connsiteX60" fmla="*/ 637291 w 1114425"/>
              <a:gd name="connsiteY60" fmla="*/ 635904 h 1198563"/>
              <a:gd name="connsiteX61" fmla="*/ 663984 w 1114425"/>
              <a:gd name="connsiteY61" fmla="*/ 556000 h 1198563"/>
              <a:gd name="connsiteX62" fmla="*/ 650638 w 1114425"/>
              <a:gd name="connsiteY62" fmla="*/ 519377 h 1198563"/>
              <a:gd name="connsiteX63" fmla="*/ 740726 w 1114425"/>
              <a:gd name="connsiteY63" fmla="*/ 446132 h 1198563"/>
              <a:gd name="connsiteX64" fmla="*/ 754072 w 1114425"/>
              <a:gd name="connsiteY64" fmla="*/ 472767 h 1198563"/>
              <a:gd name="connsiteX65" fmla="*/ 820804 w 1114425"/>
              <a:gd name="connsiteY65" fmla="*/ 522707 h 1198563"/>
              <a:gd name="connsiteX66" fmla="*/ 850834 w 1114425"/>
              <a:gd name="connsiteY66" fmla="*/ 512719 h 1198563"/>
              <a:gd name="connsiteX67" fmla="*/ 874190 w 1114425"/>
              <a:gd name="connsiteY67" fmla="*/ 479425 h 1198563"/>
              <a:gd name="connsiteX68" fmla="*/ 844160 w 1114425"/>
              <a:gd name="connsiteY68" fmla="*/ 416168 h 1198563"/>
              <a:gd name="connsiteX69" fmla="*/ 760745 w 1114425"/>
              <a:gd name="connsiteY69" fmla="*/ 396192 h 1198563"/>
              <a:gd name="connsiteX70" fmla="*/ 617272 w 1114425"/>
              <a:gd name="connsiteY70" fmla="*/ 0 h 1198563"/>
              <a:gd name="connsiteX71" fmla="*/ 757409 w 1114425"/>
              <a:gd name="connsiteY71" fmla="*/ 0 h 1198563"/>
              <a:gd name="connsiteX72" fmla="*/ 790775 w 1114425"/>
              <a:gd name="connsiteY72" fmla="*/ 33294 h 1198563"/>
              <a:gd name="connsiteX73" fmla="*/ 790775 w 1114425"/>
              <a:gd name="connsiteY73" fmla="*/ 139832 h 1198563"/>
              <a:gd name="connsiteX74" fmla="*/ 1114425 w 1114425"/>
              <a:gd name="connsiteY74" fmla="*/ 642563 h 1198563"/>
              <a:gd name="connsiteX75" fmla="*/ 557213 w 1114425"/>
              <a:gd name="connsiteY75" fmla="*/ 1198563 h 1198563"/>
              <a:gd name="connsiteX76" fmla="*/ 0 w 1114425"/>
              <a:gd name="connsiteY76" fmla="*/ 645892 h 1198563"/>
              <a:gd name="connsiteX77" fmla="*/ 323651 w 1114425"/>
              <a:gd name="connsiteY77" fmla="*/ 139832 h 1198563"/>
              <a:gd name="connsiteX78" fmla="*/ 323651 w 1114425"/>
              <a:gd name="connsiteY78" fmla="*/ 33294 h 1198563"/>
              <a:gd name="connsiteX79" fmla="*/ 357017 w 1114425"/>
              <a:gd name="connsiteY79" fmla="*/ 0 h 1198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114425" h="1198563">
                <a:moveTo>
                  <a:pt x="623744" y="549275"/>
                </a:moveTo>
                <a:cubicBezTo>
                  <a:pt x="627063" y="562610"/>
                  <a:pt x="627063" y="579279"/>
                  <a:pt x="620425" y="595948"/>
                </a:cubicBezTo>
                <a:cubicBezTo>
                  <a:pt x="613786" y="602615"/>
                  <a:pt x="610466" y="609283"/>
                  <a:pt x="600508" y="612616"/>
                </a:cubicBezTo>
                <a:cubicBezTo>
                  <a:pt x="597189" y="615950"/>
                  <a:pt x="597189" y="615950"/>
                  <a:pt x="593870" y="615950"/>
                </a:cubicBezTo>
                <a:cubicBezTo>
                  <a:pt x="593870" y="615950"/>
                  <a:pt x="593870" y="615950"/>
                  <a:pt x="590550" y="612616"/>
                </a:cubicBezTo>
                <a:cubicBezTo>
                  <a:pt x="590550" y="609283"/>
                  <a:pt x="590550" y="595948"/>
                  <a:pt x="593870" y="592614"/>
                </a:cubicBezTo>
                <a:cubicBezTo>
                  <a:pt x="600508" y="579279"/>
                  <a:pt x="610466" y="565944"/>
                  <a:pt x="620425" y="552609"/>
                </a:cubicBezTo>
                <a:cubicBezTo>
                  <a:pt x="620425" y="552609"/>
                  <a:pt x="620425" y="552609"/>
                  <a:pt x="623744" y="549275"/>
                </a:cubicBezTo>
                <a:close/>
                <a:moveTo>
                  <a:pt x="444357" y="546100"/>
                </a:moveTo>
                <a:cubicBezTo>
                  <a:pt x="444357" y="559197"/>
                  <a:pt x="447676" y="572294"/>
                  <a:pt x="441038" y="582117"/>
                </a:cubicBezTo>
                <a:cubicBezTo>
                  <a:pt x="437718" y="591940"/>
                  <a:pt x="427760" y="598488"/>
                  <a:pt x="421121" y="598488"/>
                </a:cubicBezTo>
                <a:cubicBezTo>
                  <a:pt x="417802" y="598488"/>
                  <a:pt x="417802" y="598488"/>
                  <a:pt x="414483" y="591940"/>
                </a:cubicBezTo>
                <a:cubicBezTo>
                  <a:pt x="411163" y="588665"/>
                  <a:pt x="411163" y="582117"/>
                  <a:pt x="417802" y="575568"/>
                </a:cubicBezTo>
                <a:cubicBezTo>
                  <a:pt x="421121" y="565746"/>
                  <a:pt x="431079" y="555923"/>
                  <a:pt x="444357" y="546100"/>
                </a:cubicBezTo>
                <a:close/>
                <a:moveTo>
                  <a:pt x="781050" y="431800"/>
                </a:moveTo>
                <a:cubicBezTo>
                  <a:pt x="781050" y="431800"/>
                  <a:pt x="781050" y="431800"/>
                  <a:pt x="784324" y="431800"/>
                </a:cubicBezTo>
                <a:cubicBezTo>
                  <a:pt x="797421" y="431800"/>
                  <a:pt x="817067" y="441960"/>
                  <a:pt x="826890" y="455507"/>
                </a:cubicBezTo>
                <a:cubicBezTo>
                  <a:pt x="830164" y="458893"/>
                  <a:pt x="833438" y="469053"/>
                  <a:pt x="833438" y="475827"/>
                </a:cubicBezTo>
                <a:cubicBezTo>
                  <a:pt x="830164" y="482600"/>
                  <a:pt x="826890" y="482600"/>
                  <a:pt x="820341" y="482600"/>
                </a:cubicBezTo>
                <a:cubicBezTo>
                  <a:pt x="820341" y="482600"/>
                  <a:pt x="817067" y="482600"/>
                  <a:pt x="817067" y="482600"/>
                </a:cubicBezTo>
                <a:cubicBezTo>
                  <a:pt x="803970" y="482600"/>
                  <a:pt x="797421" y="465667"/>
                  <a:pt x="790873" y="452120"/>
                </a:cubicBezTo>
                <a:cubicBezTo>
                  <a:pt x="787599" y="445347"/>
                  <a:pt x="784324" y="438573"/>
                  <a:pt x="781050" y="431800"/>
                </a:cubicBezTo>
                <a:close/>
                <a:moveTo>
                  <a:pt x="320676" y="415925"/>
                </a:moveTo>
                <a:cubicBezTo>
                  <a:pt x="314062" y="429372"/>
                  <a:pt x="307447" y="439457"/>
                  <a:pt x="300832" y="452905"/>
                </a:cubicBezTo>
                <a:cubicBezTo>
                  <a:pt x="290910" y="469713"/>
                  <a:pt x="287603" y="473075"/>
                  <a:pt x="287603" y="473075"/>
                </a:cubicBezTo>
                <a:cubicBezTo>
                  <a:pt x="284296" y="469713"/>
                  <a:pt x="280988" y="466352"/>
                  <a:pt x="280988" y="456266"/>
                </a:cubicBezTo>
                <a:cubicBezTo>
                  <a:pt x="280988" y="442819"/>
                  <a:pt x="284296" y="436096"/>
                  <a:pt x="287603" y="429372"/>
                </a:cubicBezTo>
                <a:cubicBezTo>
                  <a:pt x="294218" y="422649"/>
                  <a:pt x="307447" y="415925"/>
                  <a:pt x="320676" y="415925"/>
                </a:cubicBezTo>
                <a:close/>
                <a:moveTo>
                  <a:pt x="514259" y="0"/>
                </a:moveTo>
                <a:cubicBezTo>
                  <a:pt x="514259" y="0"/>
                  <a:pt x="514259" y="0"/>
                  <a:pt x="577484" y="0"/>
                </a:cubicBezTo>
                <a:cubicBezTo>
                  <a:pt x="620743" y="152958"/>
                  <a:pt x="667330" y="289290"/>
                  <a:pt x="723900" y="408996"/>
                </a:cubicBezTo>
                <a:cubicBezTo>
                  <a:pt x="677313" y="428947"/>
                  <a:pt x="637381" y="472174"/>
                  <a:pt x="620743" y="492125"/>
                </a:cubicBezTo>
                <a:cubicBezTo>
                  <a:pt x="604105" y="482150"/>
                  <a:pt x="580812" y="475499"/>
                  <a:pt x="557518" y="475499"/>
                </a:cubicBezTo>
                <a:cubicBezTo>
                  <a:pt x="524242" y="472174"/>
                  <a:pt x="497620" y="475499"/>
                  <a:pt x="467672" y="485475"/>
                </a:cubicBezTo>
                <a:cubicBezTo>
                  <a:pt x="451033" y="438922"/>
                  <a:pt x="417757" y="405671"/>
                  <a:pt x="377825" y="385720"/>
                </a:cubicBezTo>
                <a:cubicBezTo>
                  <a:pt x="427740" y="272664"/>
                  <a:pt x="474327" y="146308"/>
                  <a:pt x="514259" y="0"/>
                </a:cubicBezTo>
                <a:close/>
                <a:moveTo>
                  <a:pt x="357017" y="0"/>
                </a:moveTo>
                <a:cubicBezTo>
                  <a:pt x="357017" y="0"/>
                  <a:pt x="357017" y="0"/>
                  <a:pt x="473798" y="0"/>
                </a:cubicBezTo>
                <a:cubicBezTo>
                  <a:pt x="433758" y="143162"/>
                  <a:pt x="390383" y="266347"/>
                  <a:pt x="336997" y="376216"/>
                </a:cubicBezTo>
                <a:cubicBezTo>
                  <a:pt x="333660" y="376216"/>
                  <a:pt x="330324" y="376216"/>
                  <a:pt x="326987" y="376216"/>
                </a:cubicBezTo>
                <a:cubicBezTo>
                  <a:pt x="286948" y="376216"/>
                  <a:pt x="256919" y="392862"/>
                  <a:pt x="246909" y="422827"/>
                </a:cubicBezTo>
                <a:cubicBezTo>
                  <a:pt x="236899" y="449461"/>
                  <a:pt x="236899" y="482755"/>
                  <a:pt x="260255" y="502731"/>
                </a:cubicBezTo>
                <a:cubicBezTo>
                  <a:pt x="266928" y="509389"/>
                  <a:pt x="276938" y="512719"/>
                  <a:pt x="283611" y="512719"/>
                </a:cubicBezTo>
                <a:cubicBezTo>
                  <a:pt x="306968" y="512719"/>
                  <a:pt x="326987" y="486084"/>
                  <a:pt x="333660" y="476096"/>
                </a:cubicBezTo>
                <a:cubicBezTo>
                  <a:pt x="333660" y="472767"/>
                  <a:pt x="336997" y="472767"/>
                  <a:pt x="336997" y="472767"/>
                </a:cubicBezTo>
                <a:cubicBezTo>
                  <a:pt x="343670" y="456120"/>
                  <a:pt x="353680" y="439473"/>
                  <a:pt x="360353" y="422827"/>
                </a:cubicBezTo>
                <a:cubicBezTo>
                  <a:pt x="400392" y="436144"/>
                  <a:pt x="420412" y="479425"/>
                  <a:pt x="433758" y="506060"/>
                </a:cubicBezTo>
                <a:cubicBezTo>
                  <a:pt x="427085" y="509389"/>
                  <a:pt x="423749" y="512719"/>
                  <a:pt x="420412" y="516048"/>
                </a:cubicBezTo>
                <a:cubicBezTo>
                  <a:pt x="407066" y="522707"/>
                  <a:pt x="377036" y="549342"/>
                  <a:pt x="373700" y="582635"/>
                </a:cubicBezTo>
                <a:cubicBezTo>
                  <a:pt x="370363" y="599282"/>
                  <a:pt x="377036" y="615928"/>
                  <a:pt x="390383" y="629246"/>
                </a:cubicBezTo>
                <a:cubicBezTo>
                  <a:pt x="397056" y="635904"/>
                  <a:pt x="407066" y="639234"/>
                  <a:pt x="420412" y="639234"/>
                </a:cubicBezTo>
                <a:cubicBezTo>
                  <a:pt x="430422" y="639234"/>
                  <a:pt x="443768" y="635904"/>
                  <a:pt x="453778" y="629246"/>
                </a:cubicBezTo>
                <a:cubicBezTo>
                  <a:pt x="477134" y="609270"/>
                  <a:pt x="487144" y="582635"/>
                  <a:pt x="483807" y="549342"/>
                </a:cubicBezTo>
                <a:cubicBezTo>
                  <a:pt x="480471" y="542683"/>
                  <a:pt x="480471" y="532695"/>
                  <a:pt x="477134" y="526036"/>
                </a:cubicBezTo>
                <a:cubicBezTo>
                  <a:pt x="483807" y="522707"/>
                  <a:pt x="487144" y="522707"/>
                  <a:pt x="490481" y="519377"/>
                </a:cubicBezTo>
                <a:cubicBezTo>
                  <a:pt x="513837" y="512719"/>
                  <a:pt x="543866" y="509389"/>
                  <a:pt x="577232" y="516048"/>
                </a:cubicBezTo>
                <a:cubicBezTo>
                  <a:pt x="583906" y="519377"/>
                  <a:pt x="587242" y="519377"/>
                  <a:pt x="593915" y="522707"/>
                </a:cubicBezTo>
                <a:cubicBezTo>
                  <a:pt x="593915" y="522707"/>
                  <a:pt x="590579" y="526036"/>
                  <a:pt x="590579" y="526036"/>
                </a:cubicBezTo>
                <a:cubicBezTo>
                  <a:pt x="570559" y="549342"/>
                  <a:pt x="547203" y="582635"/>
                  <a:pt x="550540" y="612599"/>
                </a:cubicBezTo>
                <a:cubicBezTo>
                  <a:pt x="550540" y="625916"/>
                  <a:pt x="557213" y="635904"/>
                  <a:pt x="570559" y="645892"/>
                </a:cubicBezTo>
                <a:cubicBezTo>
                  <a:pt x="593915" y="662539"/>
                  <a:pt x="617272" y="655880"/>
                  <a:pt x="637291" y="635904"/>
                </a:cubicBezTo>
                <a:cubicBezTo>
                  <a:pt x="657311" y="612599"/>
                  <a:pt x="667321" y="579306"/>
                  <a:pt x="663984" y="556000"/>
                </a:cubicBezTo>
                <a:cubicBezTo>
                  <a:pt x="663984" y="542683"/>
                  <a:pt x="657311" y="529365"/>
                  <a:pt x="650638" y="519377"/>
                </a:cubicBezTo>
                <a:cubicBezTo>
                  <a:pt x="677330" y="486084"/>
                  <a:pt x="710696" y="459449"/>
                  <a:pt x="740726" y="446132"/>
                </a:cubicBezTo>
                <a:cubicBezTo>
                  <a:pt x="747399" y="452791"/>
                  <a:pt x="750736" y="462779"/>
                  <a:pt x="754072" y="472767"/>
                </a:cubicBezTo>
                <a:cubicBezTo>
                  <a:pt x="767419" y="496072"/>
                  <a:pt x="790775" y="522707"/>
                  <a:pt x="820804" y="522707"/>
                </a:cubicBezTo>
                <a:cubicBezTo>
                  <a:pt x="830814" y="522707"/>
                  <a:pt x="840824" y="519377"/>
                  <a:pt x="850834" y="512719"/>
                </a:cubicBezTo>
                <a:cubicBezTo>
                  <a:pt x="864180" y="506060"/>
                  <a:pt x="870853" y="492743"/>
                  <a:pt x="874190" y="479425"/>
                </a:cubicBezTo>
                <a:cubicBezTo>
                  <a:pt x="874190" y="456120"/>
                  <a:pt x="860843" y="432815"/>
                  <a:pt x="844160" y="416168"/>
                </a:cubicBezTo>
                <a:cubicBezTo>
                  <a:pt x="820804" y="396192"/>
                  <a:pt x="794111" y="389533"/>
                  <a:pt x="760745" y="396192"/>
                </a:cubicBezTo>
                <a:cubicBezTo>
                  <a:pt x="707360" y="279665"/>
                  <a:pt x="660647" y="149821"/>
                  <a:pt x="617272" y="0"/>
                </a:cubicBezTo>
                <a:cubicBezTo>
                  <a:pt x="617272" y="0"/>
                  <a:pt x="617272" y="0"/>
                  <a:pt x="757409" y="0"/>
                </a:cubicBezTo>
                <a:cubicBezTo>
                  <a:pt x="774092" y="0"/>
                  <a:pt x="790775" y="13317"/>
                  <a:pt x="790775" y="33294"/>
                </a:cubicBezTo>
                <a:cubicBezTo>
                  <a:pt x="790775" y="33294"/>
                  <a:pt x="790775" y="33294"/>
                  <a:pt x="790775" y="139832"/>
                </a:cubicBezTo>
                <a:cubicBezTo>
                  <a:pt x="980961" y="226395"/>
                  <a:pt x="1114425" y="419497"/>
                  <a:pt x="1114425" y="642563"/>
                </a:cubicBezTo>
                <a:cubicBezTo>
                  <a:pt x="1114425" y="948863"/>
                  <a:pt x="864180" y="1198563"/>
                  <a:pt x="557213" y="1198563"/>
                </a:cubicBezTo>
                <a:cubicBezTo>
                  <a:pt x="250245" y="1198563"/>
                  <a:pt x="0" y="952192"/>
                  <a:pt x="0" y="645892"/>
                </a:cubicBezTo>
                <a:cubicBezTo>
                  <a:pt x="0" y="422827"/>
                  <a:pt x="133464" y="229725"/>
                  <a:pt x="323651" y="139832"/>
                </a:cubicBezTo>
                <a:cubicBezTo>
                  <a:pt x="323651" y="139832"/>
                  <a:pt x="323651" y="139832"/>
                  <a:pt x="323651" y="33294"/>
                </a:cubicBezTo>
                <a:cubicBezTo>
                  <a:pt x="323651" y="13317"/>
                  <a:pt x="336997" y="0"/>
                  <a:pt x="357017" y="0"/>
                </a:cubicBezTo>
                <a:close/>
              </a:path>
            </a:pathLst>
          </a:custGeom>
          <a:solidFill>
            <a:srgbClr val="FABF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0645" y="-36195"/>
            <a:ext cx="1379855" cy="3495675"/>
            <a:chOff x="942377" y="0"/>
            <a:chExt cx="1554099" cy="3936235"/>
          </a:xfrm>
        </p:grpSpPr>
        <p:sp>
          <p:nvSpPr>
            <p:cNvPr id="32" name="稻壳儿春秋广告/盗版必究        原创来源：http://chn.docer.com/works?userid=199329941#!/work_time"/>
            <p:cNvSpPr/>
            <p:nvPr/>
          </p:nvSpPr>
          <p:spPr bwMode="auto">
            <a:xfrm>
              <a:off x="1516810" y="2219755"/>
              <a:ext cx="423716" cy="350066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3" name="稻壳儿春秋广告/盗版必究        原创来源：http://chn.docer.com/works?userid=199329941#!/work_time"/>
            <p:cNvSpPr/>
            <p:nvPr/>
          </p:nvSpPr>
          <p:spPr bwMode="auto">
            <a:xfrm>
              <a:off x="1023424" y="2784524"/>
              <a:ext cx="176311" cy="133655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4" name="稻壳儿春秋广告/盗版必究        原创来源：http://chn.docer.com/works?userid=199329941#!/work_time"/>
            <p:cNvSpPr/>
            <p:nvPr/>
          </p:nvSpPr>
          <p:spPr bwMode="auto">
            <a:xfrm>
              <a:off x="2257603" y="2781680"/>
              <a:ext cx="176311" cy="133655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5" name="稻壳儿春秋广告/盗版必究        原创来源：http://chn.docer.com/works?userid=199329941#!/work_time"/>
            <p:cNvSpPr/>
            <p:nvPr/>
          </p:nvSpPr>
          <p:spPr bwMode="auto">
            <a:xfrm>
              <a:off x="942377" y="3256583"/>
              <a:ext cx="203327" cy="106640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6" name="稻壳儿春秋广告/盗版必究        原创来源：http://chn.docer.com/works?userid=199329941#!/work_time"/>
            <p:cNvSpPr/>
            <p:nvPr/>
          </p:nvSpPr>
          <p:spPr bwMode="auto">
            <a:xfrm>
              <a:off x="2311634" y="3249474"/>
              <a:ext cx="184842" cy="108062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7" name="稻壳儿春秋广告/盗版必究        原创来源：http://chn.docer.com/works?userid=199329941#!/work_time"/>
            <p:cNvSpPr/>
            <p:nvPr/>
          </p:nvSpPr>
          <p:spPr bwMode="auto">
            <a:xfrm>
              <a:off x="1218219" y="3610627"/>
              <a:ext cx="154984" cy="170624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8" name="稻壳儿春秋广告/盗版必究        原创来源：http://chn.docer.com/works?userid=199329941#!/work_time"/>
            <p:cNvSpPr/>
            <p:nvPr/>
          </p:nvSpPr>
          <p:spPr bwMode="auto">
            <a:xfrm>
              <a:off x="2089823" y="3613471"/>
              <a:ext cx="149296" cy="167780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9" name="稻壳儿春秋广告/盗版必究        原创来源：http://chn.docer.com/works?userid=199329941#!/work_time"/>
            <p:cNvSpPr/>
            <p:nvPr/>
          </p:nvSpPr>
          <p:spPr bwMode="auto">
            <a:xfrm>
              <a:off x="1690278" y="3754236"/>
              <a:ext cx="76781" cy="181999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0" name="稻壳儿春秋广告/盗版必究        原创来源：http://chn.docer.com/works?userid=199329941#!/work_time"/>
            <p:cNvSpPr/>
            <p:nvPr/>
          </p:nvSpPr>
          <p:spPr bwMode="auto">
            <a:xfrm>
              <a:off x="1229594" y="2591150"/>
              <a:ext cx="998149" cy="1073509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1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1717294" y="0"/>
              <a:ext cx="22750" cy="22470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4" name="稻壳儿春秋广告/盗版必究        原创来源：http://chn.docer.com/works?userid=199329941#!/work_time"/>
          <p:cNvSpPr>
            <a:spLocks noChangeArrowheads="1"/>
          </p:cNvSpPr>
          <p:nvPr/>
        </p:nvSpPr>
        <p:spPr bwMode="auto">
          <a:xfrm>
            <a:off x="10298358" y="-35936"/>
            <a:ext cx="25400" cy="319753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4" name="稻壳儿春秋广告/盗版必究        原创来源：http://chn.docer.com/works?userid=199329941#!/work_time"/>
          <p:cNvSpPr txBox="1"/>
          <p:nvPr/>
        </p:nvSpPr>
        <p:spPr>
          <a:xfrm flipH="1">
            <a:off x="2360295" y="2424430"/>
            <a:ext cx="747141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Open-source Identity and Access Management / Single Sign-On </a:t>
            </a:r>
            <a:r>
              <a:rPr lang="en-US" altLang="zh-CN" sz="14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platform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Supports protocols OpenID Connect, OAuth 2.0 and SAML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Provides features such as user management, roles and permissions, token services, multi-factor authentication, federation (LDAP, AD), social login, and identity brokering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Designed to be extensible and customizable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5" name="稻壳儿春秋广告/盗版必究        原创来源：http://chn.docer.com/works?userid=199329941#!/work_time"/>
          <p:cNvSpPr txBox="1"/>
          <p:nvPr/>
        </p:nvSpPr>
        <p:spPr>
          <a:xfrm flipH="1">
            <a:off x="4323049" y="1702715"/>
            <a:ext cx="354590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Overview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ABF24"/>
              </a:solidFill>
              <a:effectLst/>
              <a:uLnTx/>
              <a:uFillTx/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  <a:sym typeface="+mn-lt"/>
            </a:endParaRPr>
          </a:p>
        </p:txBody>
      </p:sp>
      <p:sp>
        <p:nvSpPr>
          <p:cNvPr id="56" name="稻壳儿春秋广告/盗版必究        原创来源：http://chn.docer.com/works?userid=199329941#!/work_time"/>
          <p:cNvSpPr txBox="1"/>
          <p:nvPr/>
        </p:nvSpPr>
        <p:spPr>
          <a:xfrm flipH="1">
            <a:off x="4504055" y="995680"/>
            <a:ext cx="31851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ABF24"/>
                </a:solidFill>
                <a:effectLst/>
                <a:uLnTx/>
                <a:uFillTx/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Keycloak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ABF24"/>
              </a:solidFill>
              <a:effectLst/>
              <a:uLnTx/>
              <a:uFillTx/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  <a:sym typeface="+mn-lt"/>
            </a:endParaRPr>
          </a:p>
        </p:txBody>
      </p:sp>
      <p:cxnSp>
        <p:nvCxnSpPr>
          <p:cNvPr id="57" name="稻壳儿春秋广告/盗版必究        原创来源：http://chn.docer.com/works?userid=199329941#!/work_time"/>
          <p:cNvCxnSpPr/>
          <p:nvPr/>
        </p:nvCxnSpPr>
        <p:spPr>
          <a:xfrm>
            <a:off x="5969280" y="1702172"/>
            <a:ext cx="254711" cy="0"/>
          </a:xfrm>
          <a:prstGeom prst="line">
            <a:avLst/>
          </a:prstGeom>
          <a:ln w="28575">
            <a:solidFill>
              <a:srgbClr val="FAB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4064000" y="575373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b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" action="ppaction://hlinkfile">
                  <a:extLst>
                    <a:ext uri="{DAF060AB-1E55-43B9-8AAB-6FB025537F2F}">
                      <wpsdc:hlinkClr xmlns:wpsdc="http://www.wps.cn/officeDocument/2017/drawingmlCustomData" val="FABF24"/>
                      <wpsdc:folHlinkClr xmlns:wpsdc="http://www.wps.cn/officeDocument/2017/drawingmlCustomData" val="FABF24"/>
                      <wpsdc:hlinkUnderline xmlns:wpsdc="http://www.wps.cn/officeDocument/2017/drawingmlCustomData" val="1"/>
                    </a:ext>
                  </a:extLst>
                </a:hlinkClick>
              </a:rPr>
              <a:t>Keycloak Server Guide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hlinkClick r:id="rId1" action="ppaction://hlinkfile">
                <a:extLst>
                  <a:ext uri="{DAF060AB-1E55-43B9-8AAB-6FB025537F2F}">
                    <wpsdc:hlinkClr xmlns:wpsdc="http://www.wps.cn/officeDocument/2017/drawingmlCustomData" val="FABF24"/>
                    <wpsdc:folHlinkClr xmlns:wpsdc="http://www.wps.cn/officeDocument/2017/drawingmlCustomData" val="FABF24"/>
                    <wpsdc:hlinkUnderline xmlns:wpsdc="http://www.wps.cn/officeDocument/2017/drawingmlCustomData" val="1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10837058" y="0"/>
            <a:ext cx="793664" cy="1216710"/>
            <a:chOff x="1213556" y="1559117"/>
            <a:chExt cx="1093082" cy="1675726"/>
          </a:xfrm>
        </p:grpSpPr>
        <p:sp>
          <p:nvSpPr>
            <p:cNvPr id="54" name="稻壳儿春秋广告/盗版必究        原创来源：http://chn.docer.com/works?userid=199329941#!/work_time"/>
            <p:cNvSpPr/>
            <p:nvPr/>
          </p:nvSpPr>
          <p:spPr bwMode="auto">
            <a:xfrm>
              <a:off x="1617586" y="2027550"/>
              <a:ext cx="298022" cy="246221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5" name="稻壳儿春秋广告/盗版必究        原创来源：http://chn.docer.com/works?userid=199329941#!/work_time"/>
            <p:cNvSpPr/>
            <p:nvPr/>
          </p:nvSpPr>
          <p:spPr bwMode="auto">
            <a:xfrm>
              <a:off x="1270561" y="2424783"/>
              <a:ext cx="124009" cy="9400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稻壳儿春秋广告/盗版必究        原创来源：http://chn.docer.com/works?userid=199329941#!/work_time"/>
            <p:cNvSpPr/>
            <p:nvPr/>
          </p:nvSpPr>
          <p:spPr bwMode="auto">
            <a:xfrm>
              <a:off x="2138625" y="2422782"/>
              <a:ext cx="124009" cy="9400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稻壳儿春秋广告/盗版必究        原创来源：http://chn.docer.com/works?userid=199329941#!/work_time"/>
            <p:cNvSpPr/>
            <p:nvPr/>
          </p:nvSpPr>
          <p:spPr bwMode="auto">
            <a:xfrm>
              <a:off x="1213556" y="2756807"/>
              <a:ext cx="143011" cy="75006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稻壳儿春秋广告/盗版必究        原创来源：http://chn.docer.com/works?userid=199329941#!/work_time"/>
            <p:cNvSpPr/>
            <p:nvPr/>
          </p:nvSpPr>
          <p:spPr bwMode="auto">
            <a:xfrm>
              <a:off x="2176628" y="2751807"/>
              <a:ext cx="130010" cy="7600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稻壳儿春秋广告/盗版必究        原创来源：http://chn.docer.com/works?userid=199329941#!/work_time"/>
            <p:cNvSpPr/>
            <p:nvPr/>
          </p:nvSpPr>
          <p:spPr bwMode="auto">
            <a:xfrm>
              <a:off x="1407570" y="3005826"/>
              <a:ext cx="109008" cy="120009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稻壳儿春秋广告/盗版必究        原创来源：http://chn.docer.com/works?userid=199329941#!/work_time"/>
            <p:cNvSpPr/>
            <p:nvPr/>
          </p:nvSpPr>
          <p:spPr bwMode="auto">
            <a:xfrm>
              <a:off x="2020617" y="3007826"/>
              <a:ext cx="105008" cy="118009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稻壳儿春秋广告/盗版必究        原创来源：http://chn.docer.com/works?userid=199329941#!/work_time"/>
            <p:cNvSpPr/>
            <p:nvPr/>
          </p:nvSpPr>
          <p:spPr bwMode="auto">
            <a:xfrm>
              <a:off x="1739595" y="3106833"/>
              <a:ext cx="54004" cy="128010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稻壳儿春秋广告/盗版必究        原创来源：http://chn.docer.com/works?userid=199329941#!/work_time"/>
            <p:cNvSpPr/>
            <p:nvPr/>
          </p:nvSpPr>
          <p:spPr bwMode="auto">
            <a:xfrm>
              <a:off x="1415571" y="2288772"/>
              <a:ext cx="702052" cy="755057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65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1755222" y="1559117"/>
              <a:ext cx="22750" cy="4794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0281886" y="0"/>
            <a:ext cx="496626" cy="656655"/>
            <a:chOff x="9591675" y="211424"/>
            <a:chExt cx="496626" cy="656655"/>
          </a:xfrm>
        </p:grpSpPr>
        <p:grpSp>
          <p:nvGrpSpPr>
            <p:cNvPr id="4" name="组合 3"/>
            <p:cNvGrpSpPr/>
            <p:nvPr/>
          </p:nvGrpSpPr>
          <p:grpSpPr>
            <a:xfrm>
              <a:off x="9591675" y="319563"/>
              <a:ext cx="496626" cy="548516"/>
              <a:chOff x="9443156" y="340120"/>
              <a:chExt cx="793664" cy="876590"/>
            </a:xfrm>
          </p:grpSpPr>
          <p:sp>
            <p:nvSpPr>
              <p:cNvPr id="67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736514" y="340120"/>
                <a:ext cx="216388" cy="178776"/>
              </a:xfrm>
              <a:custGeom>
                <a:avLst/>
                <a:gdLst>
                  <a:gd name="connsiteX0" fmla="*/ 29984 w 473075"/>
                  <a:gd name="connsiteY0" fmla="*/ 320996 h 390846"/>
                  <a:gd name="connsiteX1" fmla="*/ 443092 w 473075"/>
                  <a:gd name="connsiteY1" fmla="*/ 320996 h 390846"/>
                  <a:gd name="connsiteX2" fmla="*/ 473075 w 473075"/>
                  <a:gd name="connsiteY2" fmla="*/ 357584 h 390846"/>
                  <a:gd name="connsiteX3" fmla="*/ 443092 w 473075"/>
                  <a:gd name="connsiteY3" fmla="*/ 390846 h 390846"/>
                  <a:gd name="connsiteX4" fmla="*/ 29984 w 473075"/>
                  <a:gd name="connsiteY4" fmla="*/ 390846 h 390846"/>
                  <a:gd name="connsiteX5" fmla="*/ 0 w 473075"/>
                  <a:gd name="connsiteY5" fmla="*/ 357584 h 390846"/>
                  <a:gd name="connsiteX6" fmla="*/ 29984 w 473075"/>
                  <a:gd name="connsiteY6" fmla="*/ 320996 h 390846"/>
                  <a:gd name="connsiteX7" fmla="*/ 29984 w 473075"/>
                  <a:gd name="connsiteY7" fmla="*/ 227334 h 390846"/>
                  <a:gd name="connsiteX8" fmla="*/ 443092 w 473075"/>
                  <a:gd name="connsiteY8" fmla="*/ 227334 h 390846"/>
                  <a:gd name="connsiteX9" fmla="*/ 473075 w 473075"/>
                  <a:gd name="connsiteY9" fmla="*/ 260671 h 390846"/>
                  <a:gd name="connsiteX10" fmla="*/ 443092 w 473075"/>
                  <a:gd name="connsiteY10" fmla="*/ 294009 h 390846"/>
                  <a:gd name="connsiteX11" fmla="*/ 29984 w 473075"/>
                  <a:gd name="connsiteY11" fmla="*/ 294009 h 390846"/>
                  <a:gd name="connsiteX12" fmla="*/ 0 w 473075"/>
                  <a:gd name="connsiteY12" fmla="*/ 260671 h 390846"/>
                  <a:gd name="connsiteX13" fmla="*/ 29984 w 473075"/>
                  <a:gd name="connsiteY13" fmla="*/ 227334 h 390846"/>
                  <a:gd name="connsiteX14" fmla="*/ 242865 w 473075"/>
                  <a:gd name="connsiteY14" fmla="*/ 359 h 390846"/>
                  <a:gd name="connsiteX15" fmla="*/ 319932 w 473075"/>
                  <a:gd name="connsiteY15" fmla="*/ 7427 h 390846"/>
                  <a:gd name="connsiteX16" fmla="*/ 353258 w 473075"/>
                  <a:gd name="connsiteY16" fmla="*/ 40689 h 390846"/>
                  <a:gd name="connsiteX17" fmla="*/ 396583 w 473075"/>
                  <a:gd name="connsiteY17" fmla="*/ 130496 h 390846"/>
                  <a:gd name="connsiteX18" fmla="*/ 443239 w 473075"/>
                  <a:gd name="connsiteY18" fmla="*/ 130496 h 390846"/>
                  <a:gd name="connsiteX19" fmla="*/ 469900 w 473075"/>
                  <a:gd name="connsiteY19" fmla="*/ 163758 h 390846"/>
                  <a:gd name="connsiteX20" fmla="*/ 443239 w 473075"/>
                  <a:gd name="connsiteY20" fmla="*/ 200346 h 390846"/>
                  <a:gd name="connsiteX21" fmla="*/ 29994 w 473075"/>
                  <a:gd name="connsiteY21" fmla="*/ 200346 h 390846"/>
                  <a:gd name="connsiteX22" fmla="*/ 0 w 473075"/>
                  <a:gd name="connsiteY22" fmla="*/ 167084 h 390846"/>
                  <a:gd name="connsiteX23" fmla="*/ 29994 w 473075"/>
                  <a:gd name="connsiteY23" fmla="*/ 130496 h 390846"/>
                  <a:gd name="connsiteX24" fmla="*/ 63320 w 473075"/>
                  <a:gd name="connsiteY24" fmla="*/ 130496 h 390846"/>
                  <a:gd name="connsiteX25" fmla="*/ 109977 w 473075"/>
                  <a:gd name="connsiteY25" fmla="*/ 44015 h 390846"/>
                  <a:gd name="connsiteX26" fmla="*/ 143303 w 473075"/>
                  <a:gd name="connsiteY26" fmla="*/ 10753 h 390846"/>
                  <a:gd name="connsiteX27" fmla="*/ 242865 w 473075"/>
                  <a:gd name="connsiteY27" fmla="*/ 359 h 390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3075" h="390846">
                    <a:moveTo>
                      <a:pt x="29984" y="320996"/>
                    </a:moveTo>
                    <a:cubicBezTo>
                      <a:pt x="29984" y="320996"/>
                      <a:pt x="29984" y="320996"/>
                      <a:pt x="443092" y="320996"/>
                    </a:cubicBezTo>
                    <a:cubicBezTo>
                      <a:pt x="459749" y="320996"/>
                      <a:pt x="473075" y="337627"/>
                      <a:pt x="473075" y="357584"/>
                    </a:cubicBezTo>
                    <a:cubicBezTo>
                      <a:pt x="473075" y="374215"/>
                      <a:pt x="459749" y="390846"/>
                      <a:pt x="443092" y="390846"/>
                    </a:cubicBezTo>
                    <a:cubicBezTo>
                      <a:pt x="443092" y="390846"/>
                      <a:pt x="443092" y="390846"/>
                      <a:pt x="29984" y="390846"/>
                    </a:cubicBezTo>
                    <a:cubicBezTo>
                      <a:pt x="13326" y="390846"/>
                      <a:pt x="0" y="374215"/>
                      <a:pt x="0" y="357584"/>
                    </a:cubicBezTo>
                    <a:cubicBezTo>
                      <a:pt x="0" y="337627"/>
                      <a:pt x="13326" y="320996"/>
                      <a:pt x="29984" y="320996"/>
                    </a:cubicBezTo>
                    <a:close/>
                    <a:moveTo>
                      <a:pt x="29984" y="227334"/>
                    </a:moveTo>
                    <a:cubicBezTo>
                      <a:pt x="29984" y="227334"/>
                      <a:pt x="29984" y="227334"/>
                      <a:pt x="443092" y="227334"/>
                    </a:cubicBezTo>
                    <a:cubicBezTo>
                      <a:pt x="459749" y="227334"/>
                      <a:pt x="469744" y="240669"/>
                      <a:pt x="473075" y="260671"/>
                    </a:cubicBezTo>
                    <a:cubicBezTo>
                      <a:pt x="473075" y="280674"/>
                      <a:pt x="459749" y="294009"/>
                      <a:pt x="443092" y="294009"/>
                    </a:cubicBezTo>
                    <a:cubicBezTo>
                      <a:pt x="443092" y="294009"/>
                      <a:pt x="443092" y="294009"/>
                      <a:pt x="29984" y="294009"/>
                    </a:cubicBezTo>
                    <a:cubicBezTo>
                      <a:pt x="13326" y="294009"/>
                      <a:pt x="0" y="280674"/>
                      <a:pt x="0" y="260671"/>
                    </a:cubicBezTo>
                    <a:cubicBezTo>
                      <a:pt x="0" y="244003"/>
                      <a:pt x="13326" y="227334"/>
                      <a:pt x="29984" y="227334"/>
                    </a:cubicBezTo>
                    <a:close/>
                    <a:moveTo>
                      <a:pt x="242865" y="359"/>
                    </a:moveTo>
                    <a:cubicBezTo>
                      <a:pt x="280774" y="1606"/>
                      <a:pt x="314933" y="5764"/>
                      <a:pt x="319932" y="7427"/>
                    </a:cubicBezTo>
                    <a:cubicBezTo>
                      <a:pt x="329930" y="10753"/>
                      <a:pt x="353258" y="40689"/>
                      <a:pt x="353258" y="40689"/>
                    </a:cubicBezTo>
                    <a:cubicBezTo>
                      <a:pt x="353258" y="40689"/>
                      <a:pt x="353258" y="40689"/>
                      <a:pt x="396583" y="130496"/>
                    </a:cubicBezTo>
                    <a:cubicBezTo>
                      <a:pt x="396583" y="130496"/>
                      <a:pt x="396583" y="130496"/>
                      <a:pt x="443239" y="130496"/>
                    </a:cubicBezTo>
                    <a:cubicBezTo>
                      <a:pt x="456570" y="130496"/>
                      <a:pt x="469900" y="147127"/>
                      <a:pt x="469900" y="163758"/>
                    </a:cubicBezTo>
                    <a:cubicBezTo>
                      <a:pt x="469900" y="183715"/>
                      <a:pt x="456570" y="200346"/>
                      <a:pt x="443239" y="200346"/>
                    </a:cubicBezTo>
                    <a:cubicBezTo>
                      <a:pt x="443239" y="200346"/>
                      <a:pt x="443239" y="200346"/>
                      <a:pt x="29994" y="200346"/>
                    </a:cubicBezTo>
                    <a:cubicBezTo>
                      <a:pt x="13331" y="200346"/>
                      <a:pt x="0" y="183715"/>
                      <a:pt x="0" y="167084"/>
                    </a:cubicBezTo>
                    <a:cubicBezTo>
                      <a:pt x="0" y="147127"/>
                      <a:pt x="13331" y="130496"/>
                      <a:pt x="29994" y="130496"/>
                    </a:cubicBezTo>
                    <a:cubicBezTo>
                      <a:pt x="29994" y="130496"/>
                      <a:pt x="29994" y="130496"/>
                      <a:pt x="63320" y="130496"/>
                    </a:cubicBezTo>
                    <a:cubicBezTo>
                      <a:pt x="73318" y="110539"/>
                      <a:pt x="96646" y="67298"/>
                      <a:pt x="109977" y="44015"/>
                    </a:cubicBezTo>
                    <a:cubicBezTo>
                      <a:pt x="123307" y="14079"/>
                      <a:pt x="143303" y="10753"/>
                      <a:pt x="143303" y="10753"/>
                    </a:cubicBezTo>
                    <a:cubicBezTo>
                      <a:pt x="163299" y="775"/>
                      <a:pt x="204957" y="-889"/>
                      <a:pt x="242865" y="359"/>
                    </a:cubicBezTo>
                    <a:close/>
                  </a:path>
                </a:pathLst>
              </a:custGeom>
              <a:solidFill>
                <a:srgbClr val="F7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68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484546" y="628542"/>
                <a:ext cx="90040" cy="68257"/>
              </a:xfrm>
              <a:custGeom>
                <a:avLst/>
                <a:gdLst>
                  <a:gd name="T0" fmla="*/ 7 w 59"/>
                  <a:gd name="T1" fmla="*/ 26 h 45"/>
                  <a:gd name="T2" fmla="*/ 38 w 59"/>
                  <a:gd name="T3" fmla="*/ 42 h 45"/>
                  <a:gd name="T4" fmla="*/ 56 w 59"/>
                  <a:gd name="T5" fmla="*/ 37 h 45"/>
                  <a:gd name="T6" fmla="*/ 56 w 59"/>
                  <a:gd name="T7" fmla="*/ 37 h 45"/>
                  <a:gd name="T8" fmla="*/ 51 w 59"/>
                  <a:gd name="T9" fmla="*/ 19 h 45"/>
                  <a:gd name="T10" fmla="*/ 20 w 59"/>
                  <a:gd name="T11" fmla="*/ 3 h 45"/>
                  <a:gd name="T12" fmla="*/ 2 w 59"/>
                  <a:gd name="T13" fmla="*/ 8 h 45"/>
                  <a:gd name="T14" fmla="*/ 0 w 59"/>
                  <a:gd name="T15" fmla="*/ 15 h 45"/>
                  <a:gd name="T16" fmla="*/ 7 w 59"/>
                  <a:gd name="T17" fmla="*/ 2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5">
                    <a:moveTo>
                      <a:pt x="7" y="26"/>
                    </a:moveTo>
                    <a:cubicBezTo>
                      <a:pt x="17" y="31"/>
                      <a:pt x="28" y="36"/>
                      <a:pt x="38" y="42"/>
                    </a:cubicBezTo>
                    <a:cubicBezTo>
                      <a:pt x="44" y="45"/>
                      <a:pt x="53" y="43"/>
                      <a:pt x="56" y="37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9" y="30"/>
                      <a:pt x="58" y="22"/>
                      <a:pt x="51" y="19"/>
                    </a:cubicBezTo>
                    <a:cubicBezTo>
                      <a:pt x="41" y="13"/>
                      <a:pt x="30" y="8"/>
                      <a:pt x="20" y="3"/>
                    </a:cubicBezTo>
                    <a:cubicBezTo>
                      <a:pt x="14" y="0"/>
                      <a:pt x="5" y="2"/>
                      <a:pt x="2" y="8"/>
                    </a:cubicBezTo>
                    <a:cubicBezTo>
                      <a:pt x="1" y="10"/>
                      <a:pt x="0" y="13"/>
                      <a:pt x="0" y="15"/>
                    </a:cubicBezTo>
                    <a:cubicBezTo>
                      <a:pt x="1" y="20"/>
                      <a:pt x="3" y="24"/>
                      <a:pt x="7" y="26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114829" y="627089"/>
                <a:ext cx="90040" cy="68257"/>
              </a:xfrm>
              <a:custGeom>
                <a:avLst/>
                <a:gdLst>
                  <a:gd name="T0" fmla="*/ 3 w 59"/>
                  <a:gd name="T1" fmla="*/ 38 h 45"/>
                  <a:gd name="T2" fmla="*/ 21 w 59"/>
                  <a:gd name="T3" fmla="*/ 42 h 45"/>
                  <a:gd name="T4" fmla="*/ 52 w 59"/>
                  <a:gd name="T5" fmla="*/ 26 h 45"/>
                  <a:gd name="T6" fmla="*/ 59 w 59"/>
                  <a:gd name="T7" fmla="*/ 16 h 45"/>
                  <a:gd name="T8" fmla="*/ 57 w 59"/>
                  <a:gd name="T9" fmla="*/ 8 h 45"/>
                  <a:gd name="T10" fmla="*/ 39 w 59"/>
                  <a:gd name="T11" fmla="*/ 4 h 45"/>
                  <a:gd name="T12" fmla="*/ 8 w 59"/>
                  <a:gd name="T13" fmla="*/ 19 h 45"/>
                  <a:gd name="T14" fmla="*/ 3 w 59"/>
                  <a:gd name="T15" fmla="*/ 37 h 45"/>
                  <a:gd name="T16" fmla="*/ 3 w 59"/>
                  <a:gd name="T17" fmla="*/ 3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5">
                    <a:moveTo>
                      <a:pt x="3" y="38"/>
                    </a:moveTo>
                    <a:cubicBezTo>
                      <a:pt x="6" y="44"/>
                      <a:pt x="15" y="45"/>
                      <a:pt x="21" y="42"/>
                    </a:cubicBezTo>
                    <a:cubicBezTo>
                      <a:pt x="31" y="37"/>
                      <a:pt x="42" y="32"/>
                      <a:pt x="52" y="26"/>
                    </a:cubicBezTo>
                    <a:cubicBezTo>
                      <a:pt x="56" y="24"/>
                      <a:pt x="58" y="20"/>
                      <a:pt x="59" y="16"/>
                    </a:cubicBezTo>
                    <a:cubicBezTo>
                      <a:pt x="59" y="13"/>
                      <a:pt x="58" y="11"/>
                      <a:pt x="57" y="8"/>
                    </a:cubicBezTo>
                    <a:cubicBezTo>
                      <a:pt x="54" y="2"/>
                      <a:pt x="45" y="0"/>
                      <a:pt x="39" y="4"/>
                    </a:cubicBezTo>
                    <a:cubicBezTo>
                      <a:pt x="28" y="9"/>
                      <a:pt x="18" y="14"/>
                      <a:pt x="8" y="19"/>
                    </a:cubicBezTo>
                    <a:cubicBezTo>
                      <a:pt x="1" y="23"/>
                      <a:pt x="0" y="31"/>
                      <a:pt x="3" y="37"/>
                    </a:cubicBezTo>
                    <a:cubicBezTo>
                      <a:pt x="3" y="37"/>
                      <a:pt x="3" y="37"/>
                      <a:pt x="3" y="38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443156" y="869618"/>
                <a:ext cx="103837" cy="54460"/>
              </a:xfrm>
              <a:custGeom>
                <a:avLst/>
                <a:gdLst>
                  <a:gd name="T0" fmla="*/ 24 w 68"/>
                  <a:gd name="T1" fmla="*/ 33 h 36"/>
                  <a:gd name="T2" fmla="*/ 58 w 68"/>
                  <a:gd name="T3" fmla="*/ 26 h 36"/>
                  <a:gd name="T4" fmla="*/ 65 w 68"/>
                  <a:gd name="T5" fmla="*/ 21 h 36"/>
                  <a:gd name="T6" fmla="*/ 67 w 68"/>
                  <a:gd name="T7" fmla="*/ 17 h 36"/>
                  <a:gd name="T8" fmla="*/ 67 w 68"/>
                  <a:gd name="T9" fmla="*/ 10 h 36"/>
                  <a:gd name="T10" fmla="*/ 67 w 68"/>
                  <a:gd name="T11" fmla="*/ 9 h 36"/>
                  <a:gd name="T12" fmla="*/ 56 w 68"/>
                  <a:gd name="T13" fmla="*/ 0 h 36"/>
                  <a:gd name="T14" fmla="*/ 51 w 68"/>
                  <a:gd name="T15" fmla="*/ 0 h 36"/>
                  <a:gd name="T16" fmla="*/ 17 w 68"/>
                  <a:gd name="T17" fmla="*/ 8 h 36"/>
                  <a:gd name="T18" fmla="*/ 24 w 68"/>
                  <a:gd name="T19" fmla="*/ 3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36">
                    <a:moveTo>
                      <a:pt x="24" y="33"/>
                    </a:moveTo>
                    <a:cubicBezTo>
                      <a:pt x="35" y="31"/>
                      <a:pt x="47" y="28"/>
                      <a:pt x="58" y="26"/>
                    </a:cubicBezTo>
                    <a:cubicBezTo>
                      <a:pt x="61" y="25"/>
                      <a:pt x="64" y="23"/>
                      <a:pt x="65" y="21"/>
                    </a:cubicBezTo>
                    <a:cubicBezTo>
                      <a:pt x="66" y="19"/>
                      <a:pt x="67" y="18"/>
                      <a:pt x="67" y="17"/>
                    </a:cubicBezTo>
                    <a:cubicBezTo>
                      <a:pt x="68" y="14"/>
                      <a:pt x="68" y="12"/>
                      <a:pt x="67" y="10"/>
                    </a:cubicBezTo>
                    <a:cubicBezTo>
                      <a:pt x="67" y="10"/>
                      <a:pt x="67" y="9"/>
                      <a:pt x="67" y="9"/>
                    </a:cubicBezTo>
                    <a:cubicBezTo>
                      <a:pt x="66" y="3"/>
                      <a:pt x="61" y="0"/>
                      <a:pt x="56" y="0"/>
                    </a:cubicBezTo>
                    <a:cubicBezTo>
                      <a:pt x="55" y="0"/>
                      <a:pt x="53" y="0"/>
                      <a:pt x="51" y="0"/>
                    </a:cubicBezTo>
                    <a:cubicBezTo>
                      <a:pt x="40" y="3"/>
                      <a:pt x="28" y="5"/>
                      <a:pt x="17" y="8"/>
                    </a:cubicBezTo>
                    <a:cubicBezTo>
                      <a:pt x="0" y="11"/>
                      <a:pt x="7" y="36"/>
                      <a:pt x="24" y="33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142422" y="865988"/>
                <a:ext cx="94398" cy="55186"/>
              </a:xfrm>
              <a:custGeom>
                <a:avLst/>
                <a:gdLst>
                  <a:gd name="T0" fmla="*/ 1 w 62"/>
                  <a:gd name="T1" fmla="*/ 13 h 36"/>
                  <a:gd name="T2" fmla="*/ 10 w 62"/>
                  <a:gd name="T3" fmla="*/ 27 h 36"/>
                  <a:gd name="T4" fmla="*/ 44 w 62"/>
                  <a:gd name="T5" fmla="*/ 35 h 36"/>
                  <a:gd name="T6" fmla="*/ 60 w 62"/>
                  <a:gd name="T7" fmla="*/ 26 h 36"/>
                  <a:gd name="T8" fmla="*/ 61 w 62"/>
                  <a:gd name="T9" fmla="*/ 25 h 36"/>
                  <a:gd name="T10" fmla="*/ 51 w 62"/>
                  <a:gd name="T11" fmla="*/ 9 h 36"/>
                  <a:gd name="T12" fmla="*/ 17 w 62"/>
                  <a:gd name="T13" fmla="*/ 2 h 36"/>
                  <a:gd name="T14" fmla="*/ 1 w 62"/>
                  <a:gd name="T15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36">
                    <a:moveTo>
                      <a:pt x="1" y="13"/>
                    </a:moveTo>
                    <a:cubicBezTo>
                      <a:pt x="0" y="19"/>
                      <a:pt x="2" y="26"/>
                      <a:pt x="10" y="27"/>
                    </a:cubicBezTo>
                    <a:cubicBezTo>
                      <a:pt x="22" y="30"/>
                      <a:pt x="33" y="32"/>
                      <a:pt x="44" y="35"/>
                    </a:cubicBezTo>
                    <a:cubicBezTo>
                      <a:pt x="51" y="36"/>
                      <a:pt x="59" y="33"/>
                      <a:pt x="60" y="26"/>
                    </a:cubicBezTo>
                    <a:cubicBezTo>
                      <a:pt x="60" y="25"/>
                      <a:pt x="60" y="25"/>
                      <a:pt x="61" y="25"/>
                    </a:cubicBezTo>
                    <a:cubicBezTo>
                      <a:pt x="62" y="19"/>
                      <a:pt x="59" y="11"/>
                      <a:pt x="51" y="9"/>
                    </a:cubicBezTo>
                    <a:cubicBezTo>
                      <a:pt x="40" y="7"/>
                      <a:pt x="29" y="4"/>
                      <a:pt x="17" y="2"/>
                    </a:cubicBezTo>
                    <a:cubicBezTo>
                      <a:pt x="8" y="0"/>
                      <a:pt x="2" y="6"/>
                      <a:pt x="1" y="13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584026" y="1050425"/>
                <a:ext cx="79148" cy="87136"/>
              </a:xfrm>
              <a:custGeom>
                <a:avLst/>
                <a:gdLst>
                  <a:gd name="T0" fmla="*/ 6 w 52"/>
                  <a:gd name="T1" fmla="*/ 51 h 57"/>
                  <a:gd name="T2" fmla="*/ 6 w 52"/>
                  <a:gd name="T3" fmla="*/ 51 h 57"/>
                  <a:gd name="T4" fmla="*/ 25 w 52"/>
                  <a:gd name="T5" fmla="*/ 51 h 57"/>
                  <a:gd name="T6" fmla="*/ 47 w 52"/>
                  <a:gd name="T7" fmla="*/ 24 h 57"/>
                  <a:gd name="T8" fmla="*/ 47 w 52"/>
                  <a:gd name="T9" fmla="*/ 5 h 57"/>
                  <a:gd name="T10" fmla="*/ 46 w 52"/>
                  <a:gd name="T11" fmla="*/ 4 h 57"/>
                  <a:gd name="T12" fmla="*/ 28 w 52"/>
                  <a:gd name="T13" fmla="*/ 5 h 57"/>
                  <a:gd name="T14" fmla="*/ 6 w 52"/>
                  <a:gd name="T15" fmla="*/ 32 h 57"/>
                  <a:gd name="T16" fmla="*/ 6 w 52"/>
                  <a:gd name="T17" fmla="*/ 5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" h="57">
                    <a:moveTo>
                      <a:pt x="6" y="51"/>
                    </a:moveTo>
                    <a:cubicBezTo>
                      <a:pt x="6" y="51"/>
                      <a:pt x="6" y="51"/>
                      <a:pt x="6" y="51"/>
                    </a:cubicBezTo>
                    <a:cubicBezTo>
                      <a:pt x="12" y="55"/>
                      <a:pt x="20" y="57"/>
                      <a:pt x="25" y="51"/>
                    </a:cubicBezTo>
                    <a:cubicBezTo>
                      <a:pt x="32" y="42"/>
                      <a:pt x="40" y="33"/>
                      <a:pt x="47" y="24"/>
                    </a:cubicBezTo>
                    <a:cubicBezTo>
                      <a:pt x="51" y="18"/>
                      <a:pt x="52" y="10"/>
                      <a:pt x="47" y="5"/>
                    </a:cubicBezTo>
                    <a:cubicBezTo>
                      <a:pt x="46" y="5"/>
                      <a:pt x="46" y="4"/>
                      <a:pt x="46" y="4"/>
                    </a:cubicBezTo>
                    <a:cubicBezTo>
                      <a:pt x="41" y="0"/>
                      <a:pt x="32" y="0"/>
                      <a:pt x="28" y="5"/>
                    </a:cubicBezTo>
                    <a:cubicBezTo>
                      <a:pt x="21" y="14"/>
                      <a:pt x="13" y="23"/>
                      <a:pt x="6" y="32"/>
                    </a:cubicBezTo>
                    <a:cubicBezTo>
                      <a:pt x="2" y="37"/>
                      <a:pt x="0" y="46"/>
                      <a:pt x="6" y="51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029146" y="1051878"/>
                <a:ext cx="76244" cy="85684"/>
              </a:xfrm>
              <a:custGeom>
                <a:avLst/>
                <a:gdLst>
                  <a:gd name="T0" fmla="*/ 4 w 50"/>
                  <a:gd name="T1" fmla="*/ 22 h 56"/>
                  <a:gd name="T2" fmla="*/ 26 w 50"/>
                  <a:gd name="T3" fmla="*/ 50 h 56"/>
                  <a:gd name="T4" fmla="*/ 44 w 50"/>
                  <a:gd name="T5" fmla="*/ 50 h 56"/>
                  <a:gd name="T6" fmla="*/ 44 w 50"/>
                  <a:gd name="T7" fmla="*/ 49 h 56"/>
                  <a:gd name="T8" fmla="*/ 44 w 50"/>
                  <a:gd name="T9" fmla="*/ 31 h 56"/>
                  <a:gd name="T10" fmla="*/ 22 w 50"/>
                  <a:gd name="T11" fmla="*/ 4 h 56"/>
                  <a:gd name="T12" fmla="*/ 12 w 50"/>
                  <a:gd name="T13" fmla="*/ 0 h 56"/>
                  <a:gd name="T14" fmla="*/ 4 w 50"/>
                  <a:gd name="T15" fmla="*/ 4 h 56"/>
                  <a:gd name="T16" fmla="*/ 0 w 50"/>
                  <a:gd name="T17" fmla="*/ 11 h 56"/>
                  <a:gd name="T18" fmla="*/ 4 w 50"/>
                  <a:gd name="T19" fmla="*/ 2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" h="56">
                    <a:moveTo>
                      <a:pt x="4" y="22"/>
                    </a:moveTo>
                    <a:cubicBezTo>
                      <a:pt x="11" y="32"/>
                      <a:pt x="18" y="41"/>
                      <a:pt x="26" y="50"/>
                    </a:cubicBezTo>
                    <a:cubicBezTo>
                      <a:pt x="30" y="56"/>
                      <a:pt x="39" y="54"/>
                      <a:pt x="44" y="50"/>
                    </a:cubicBezTo>
                    <a:cubicBezTo>
                      <a:pt x="44" y="50"/>
                      <a:pt x="44" y="49"/>
                      <a:pt x="44" y="49"/>
                    </a:cubicBezTo>
                    <a:cubicBezTo>
                      <a:pt x="50" y="45"/>
                      <a:pt x="48" y="36"/>
                      <a:pt x="44" y="31"/>
                    </a:cubicBezTo>
                    <a:cubicBezTo>
                      <a:pt x="37" y="22"/>
                      <a:pt x="30" y="13"/>
                      <a:pt x="22" y="4"/>
                    </a:cubicBezTo>
                    <a:cubicBezTo>
                      <a:pt x="20" y="1"/>
                      <a:pt x="16" y="0"/>
                      <a:pt x="12" y="0"/>
                    </a:cubicBezTo>
                    <a:cubicBezTo>
                      <a:pt x="9" y="0"/>
                      <a:pt x="6" y="2"/>
                      <a:pt x="4" y="4"/>
                    </a:cubicBezTo>
                    <a:cubicBezTo>
                      <a:pt x="1" y="6"/>
                      <a:pt x="0" y="9"/>
                      <a:pt x="0" y="11"/>
                    </a:cubicBezTo>
                    <a:cubicBezTo>
                      <a:pt x="0" y="15"/>
                      <a:pt x="1" y="19"/>
                      <a:pt x="4" y="22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825102" y="1123765"/>
                <a:ext cx="39211" cy="92945"/>
              </a:xfrm>
              <a:custGeom>
                <a:avLst/>
                <a:gdLst>
                  <a:gd name="T0" fmla="*/ 13 w 26"/>
                  <a:gd name="T1" fmla="*/ 61 h 61"/>
                  <a:gd name="T2" fmla="*/ 13 w 26"/>
                  <a:gd name="T3" fmla="*/ 61 h 61"/>
                  <a:gd name="T4" fmla="*/ 26 w 26"/>
                  <a:gd name="T5" fmla="*/ 48 h 61"/>
                  <a:gd name="T6" fmla="*/ 26 w 26"/>
                  <a:gd name="T7" fmla="*/ 13 h 61"/>
                  <a:gd name="T8" fmla="*/ 13 w 26"/>
                  <a:gd name="T9" fmla="*/ 0 h 61"/>
                  <a:gd name="T10" fmla="*/ 13 w 26"/>
                  <a:gd name="T11" fmla="*/ 0 h 61"/>
                  <a:gd name="T12" fmla="*/ 4 w 26"/>
                  <a:gd name="T13" fmla="*/ 3 h 61"/>
                  <a:gd name="T14" fmla="*/ 0 w 26"/>
                  <a:gd name="T15" fmla="*/ 13 h 61"/>
                  <a:gd name="T16" fmla="*/ 0 w 26"/>
                  <a:gd name="T17" fmla="*/ 48 h 61"/>
                  <a:gd name="T18" fmla="*/ 13 w 26"/>
                  <a:gd name="T19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" h="61">
                    <a:moveTo>
                      <a:pt x="13" y="61"/>
                    </a:moveTo>
                    <a:cubicBezTo>
                      <a:pt x="13" y="61"/>
                      <a:pt x="13" y="61"/>
                      <a:pt x="13" y="61"/>
                    </a:cubicBezTo>
                    <a:cubicBezTo>
                      <a:pt x="20" y="61"/>
                      <a:pt x="26" y="56"/>
                      <a:pt x="26" y="48"/>
                    </a:cubicBezTo>
                    <a:cubicBezTo>
                      <a:pt x="26" y="37"/>
                      <a:pt x="26" y="25"/>
                      <a:pt x="26" y="13"/>
                    </a:cubicBezTo>
                    <a:cubicBezTo>
                      <a:pt x="26" y="6"/>
                      <a:pt x="21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9" y="0"/>
                      <a:pt x="7" y="2"/>
                      <a:pt x="4" y="3"/>
                    </a:cubicBezTo>
                    <a:cubicBezTo>
                      <a:pt x="2" y="6"/>
                      <a:pt x="0" y="9"/>
                      <a:pt x="0" y="13"/>
                    </a:cubicBezTo>
                    <a:cubicBezTo>
                      <a:pt x="0" y="25"/>
                      <a:pt x="0" y="37"/>
                      <a:pt x="0" y="48"/>
                    </a:cubicBezTo>
                    <a:cubicBezTo>
                      <a:pt x="0" y="55"/>
                      <a:pt x="6" y="61"/>
                      <a:pt x="13" y="61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589835" y="529787"/>
                <a:ext cx="509745" cy="548231"/>
              </a:xfrm>
              <a:custGeom>
                <a:avLst/>
                <a:gdLst>
                  <a:gd name="connsiteX0" fmla="*/ 623744 w 1114425"/>
                  <a:gd name="connsiteY0" fmla="*/ 549275 h 1198563"/>
                  <a:gd name="connsiteX1" fmla="*/ 620425 w 1114425"/>
                  <a:gd name="connsiteY1" fmla="*/ 595948 h 1198563"/>
                  <a:gd name="connsiteX2" fmla="*/ 600508 w 1114425"/>
                  <a:gd name="connsiteY2" fmla="*/ 612616 h 1198563"/>
                  <a:gd name="connsiteX3" fmla="*/ 593870 w 1114425"/>
                  <a:gd name="connsiteY3" fmla="*/ 615950 h 1198563"/>
                  <a:gd name="connsiteX4" fmla="*/ 590550 w 1114425"/>
                  <a:gd name="connsiteY4" fmla="*/ 612616 h 1198563"/>
                  <a:gd name="connsiteX5" fmla="*/ 593870 w 1114425"/>
                  <a:gd name="connsiteY5" fmla="*/ 592614 h 1198563"/>
                  <a:gd name="connsiteX6" fmla="*/ 620425 w 1114425"/>
                  <a:gd name="connsiteY6" fmla="*/ 552609 h 1198563"/>
                  <a:gd name="connsiteX7" fmla="*/ 623744 w 1114425"/>
                  <a:gd name="connsiteY7" fmla="*/ 549275 h 1198563"/>
                  <a:gd name="connsiteX8" fmla="*/ 444357 w 1114425"/>
                  <a:gd name="connsiteY8" fmla="*/ 546100 h 1198563"/>
                  <a:gd name="connsiteX9" fmla="*/ 441038 w 1114425"/>
                  <a:gd name="connsiteY9" fmla="*/ 582117 h 1198563"/>
                  <a:gd name="connsiteX10" fmla="*/ 421121 w 1114425"/>
                  <a:gd name="connsiteY10" fmla="*/ 598488 h 1198563"/>
                  <a:gd name="connsiteX11" fmla="*/ 414483 w 1114425"/>
                  <a:gd name="connsiteY11" fmla="*/ 591940 h 1198563"/>
                  <a:gd name="connsiteX12" fmla="*/ 417802 w 1114425"/>
                  <a:gd name="connsiteY12" fmla="*/ 575568 h 1198563"/>
                  <a:gd name="connsiteX13" fmla="*/ 444357 w 1114425"/>
                  <a:gd name="connsiteY13" fmla="*/ 546100 h 1198563"/>
                  <a:gd name="connsiteX14" fmla="*/ 781050 w 1114425"/>
                  <a:gd name="connsiteY14" fmla="*/ 431800 h 1198563"/>
                  <a:gd name="connsiteX15" fmla="*/ 784324 w 1114425"/>
                  <a:gd name="connsiteY15" fmla="*/ 431800 h 1198563"/>
                  <a:gd name="connsiteX16" fmla="*/ 826890 w 1114425"/>
                  <a:gd name="connsiteY16" fmla="*/ 455507 h 1198563"/>
                  <a:gd name="connsiteX17" fmla="*/ 833438 w 1114425"/>
                  <a:gd name="connsiteY17" fmla="*/ 475827 h 1198563"/>
                  <a:gd name="connsiteX18" fmla="*/ 820341 w 1114425"/>
                  <a:gd name="connsiteY18" fmla="*/ 482600 h 1198563"/>
                  <a:gd name="connsiteX19" fmla="*/ 817067 w 1114425"/>
                  <a:gd name="connsiteY19" fmla="*/ 482600 h 1198563"/>
                  <a:gd name="connsiteX20" fmla="*/ 790873 w 1114425"/>
                  <a:gd name="connsiteY20" fmla="*/ 452120 h 1198563"/>
                  <a:gd name="connsiteX21" fmla="*/ 781050 w 1114425"/>
                  <a:gd name="connsiteY21" fmla="*/ 431800 h 1198563"/>
                  <a:gd name="connsiteX22" fmla="*/ 320676 w 1114425"/>
                  <a:gd name="connsiteY22" fmla="*/ 415925 h 1198563"/>
                  <a:gd name="connsiteX23" fmla="*/ 300832 w 1114425"/>
                  <a:gd name="connsiteY23" fmla="*/ 452905 h 1198563"/>
                  <a:gd name="connsiteX24" fmla="*/ 287603 w 1114425"/>
                  <a:gd name="connsiteY24" fmla="*/ 473075 h 1198563"/>
                  <a:gd name="connsiteX25" fmla="*/ 280988 w 1114425"/>
                  <a:gd name="connsiteY25" fmla="*/ 456266 h 1198563"/>
                  <a:gd name="connsiteX26" fmla="*/ 287603 w 1114425"/>
                  <a:gd name="connsiteY26" fmla="*/ 429372 h 1198563"/>
                  <a:gd name="connsiteX27" fmla="*/ 320676 w 1114425"/>
                  <a:gd name="connsiteY27" fmla="*/ 415925 h 1198563"/>
                  <a:gd name="connsiteX28" fmla="*/ 514259 w 1114425"/>
                  <a:gd name="connsiteY28" fmla="*/ 0 h 1198563"/>
                  <a:gd name="connsiteX29" fmla="*/ 577484 w 1114425"/>
                  <a:gd name="connsiteY29" fmla="*/ 0 h 1198563"/>
                  <a:gd name="connsiteX30" fmla="*/ 723900 w 1114425"/>
                  <a:gd name="connsiteY30" fmla="*/ 408996 h 1198563"/>
                  <a:gd name="connsiteX31" fmla="*/ 620743 w 1114425"/>
                  <a:gd name="connsiteY31" fmla="*/ 492125 h 1198563"/>
                  <a:gd name="connsiteX32" fmla="*/ 557518 w 1114425"/>
                  <a:gd name="connsiteY32" fmla="*/ 475499 h 1198563"/>
                  <a:gd name="connsiteX33" fmla="*/ 467672 w 1114425"/>
                  <a:gd name="connsiteY33" fmla="*/ 485475 h 1198563"/>
                  <a:gd name="connsiteX34" fmla="*/ 377825 w 1114425"/>
                  <a:gd name="connsiteY34" fmla="*/ 385720 h 1198563"/>
                  <a:gd name="connsiteX35" fmla="*/ 514259 w 1114425"/>
                  <a:gd name="connsiteY35" fmla="*/ 0 h 1198563"/>
                  <a:gd name="connsiteX36" fmla="*/ 357017 w 1114425"/>
                  <a:gd name="connsiteY36" fmla="*/ 0 h 1198563"/>
                  <a:gd name="connsiteX37" fmla="*/ 473798 w 1114425"/>
                  <a:gd name="connsiteY37" fmla="*/ 0 h 1198563"/>
                  <a:gd name="connsiteX38" fmla="*/ 336997 w 1114425"/>
                  <a:gd name="connsiteY38" fmla="*/ 376216 h 1198563"/>
                  <a:gd name="connsiteX39" fmla="*/ 326987 w 1114425"/>
                  <a:gd name="connsiteY39" fmla="*/ 376216 h 1198563"/>
                  <a:gd name="connsiteX40" fmla="*/ 246909 w 1114425"/>
                  <a:gd name="connsiteY40" fmla="*/ 422827 h 1198563"/>
                  <a:gd name="connsiteX41" fmla="*/ 260255 w 1114425"/>
                  <a:gd name="connsiteY41" fmla="*/ 502731 h 1198563"/>
                  <a:gd name="connsiteX42" fmla="*/ 283611 w 1114425"/>
                  <a:gd name="connsiteY42" fmla="*/ 512719 h 1198563"/>
                  <a:gd name="connsiteX43" fmla="*/ 333660 w 1114425"/>
                  <a:gd name="connsiteY43" fmla="*/ 476096 h 1198563"/>
                  <a:gd name="connsiteX44" fmla="*/ 336997 w 1114425"/>
                  <a:gd name="connsiteY44" fmla="*/ 472767 h 1198563"/>
                  <a:gd name="connsiteX45" fmla="*/ 360353 w 1114425"/>
                  <a:gd name="connsiteY45" fmla="*/ 422827 h 1198563"/>
                  <a:gd name="connsiteX46" fmla="*/ 433758 w 1114425"/>
                  <a:gd name="connsiteY46" fmla="*/ 506060 h 1198563"/>
                  <a:gd name="connsiteX47" fmla="*/ 420412 w 1114425"/>
                  <a:gd name="connsiteY47" fmla="*/ 516048 h 1198563"/>
                  <a:gd name="connsiteX48" fmla="*/ 373700 w 1114425"/>
                  <a:gd name="connsiteY48" fmla="*/ 582635 h 1198563"/>
                  <a:gd name="connsiteX49" fmla="*/ 390383 w 1114425"/>
                  <a:gd name="connsiteY49" fmla="*/ 629246 h 1198563"/>
                  <a:gd name="connsiteX50" fmla="*/ 420412 w 1114425"/>
                  <a:gd name="connsiteY50" fmla="*/ 639234 h 1198563"/>
                  <a:gd name="connsiteX51" fmla="*/ 453778 w 1114425"/>
                  <a:gd name="connsiteY51" fmla="*/ 629246 h 1198563"/>
                  <a:gd name="connsiteX52" fmla="*/ 483807 w 1114425"/>
                  <a:gd name="connsiteY52" fmla="*/ 549342 h 1198563"/>
                  <a:gd name="connsiteX53" fmla="*/ 477134 w 1114425"/>
                  <a:gd name="connsiteY53" fmla="*/ 526036 h 1198563"/>
                  <a:gd name="connsiteX54" fmla="*/ 490481 w 1114425"/>
                  <a:gd name="connsiteY54" fmla="*/ 519377 h 1198563"/>
                  <a:gd name="connsiteX55" fmla="*/ 577232 w 1114425"/>
                  <a:gd name="connsiteY55" fmla="*/ 516048 h 1198563"/>
                  <a:gd name="connsiteX56" fmla="*/ 593915 w 1114425"/>
                  <a:gd name="connsiteY56" fmla="*/ 522707 h 1198563"/>
                  <a:gd name="connsiteX57" fmla="*/ 590579 w 1114425"/>
                  <a:gd name="connsiteY57" fmla="*/ 526036 h 1198563"/>
                  <a:gd name="connsiteX58" fmla="*/ 550540 w 1114425"/>
                  <a:gd name="connsiteY58" fmla="*/ 612599 h 1198563"/>
                  <a:gd name="connsiteX59" fmla="*/ 570559 w 1114425"/>
                  <a:gd name="connsiteY59" fmla="*/ 645892 h 1198563"/>
                  <a:gd name="connsiteX60" fmla="*/ 637291 w 1114425"/>
                  <a:gd name="connsiteY60" fmla="*/ 635904 h 1198563"/>
                  <a:gd name="connsiteX61" fmla="*/ 663984 w 1114425"/>
                  <a:gd name="connsiteY61" fmla="*/ 556000 h 1198563"/>
                  <a:gd name="connsiteX62" fmla="*/ 650638 w 1114425"/>
                  <a:gd name="connsiteY62" fmla="*/ 519377 h 1198563"/>
                  <a:gd name="connsiteX63" fmla="*/ 740726 w 1114425"/>
                  <a:gd name="connsiteY63" fmla="*/ 446132 h 1198563"/>
                  <a:gd name="connsiteX64" fmla="*/ 754072 w 1114425"/>
                  <a:gd name="connsiteY64" fmla="*/ 472767 h 1198563"/>
                  <a:gd name="connsiteX65" fmla="*/ 820804 w 1114425"/>
                  <a:gd name="connsiteY65" fmla="*/ 522707 h 1198563"/>
                  <a:gd name="connsiteX66" fmla="*/ 850834 w 1114425"/>
                  <a:gd name="connsiteY66" fmla="*/ 512719 h 1198563"/>
                  <a:gd name="connsiteX67" fmla="*/ 874190 w 1114425"/>
                  <a:gd name="connsiteY67" fmla="*/ 479425 h 1198563"/>
                  <a:gd name="connsiteX68" fmla="*/ 844160 w 1114425"/>
                  <a:gd name="connsiteY68" fmla="*/ 416168 h 1198563"/>
                  <a:gd name="connsiteX69" fmla="*/ 760745 w 1114425"/>
                  <a:gd name="connsiteY69" fmla="*/ 396192 h 1198563"/>
                  <a:gd name="connsiteX70" fmla="*/ 617272 w 1114425"/>
                  <a:gd name="connsiteY70" fmla="*/ 0 h 1198563"/>
                  <a:gd name="connsiteX71" fmla="*/ 757409 w 1114425"/>
                  <a:gd name="connsiteY71" fmla="*/ 0 h 1198563"/>
                  <a:gd name="connsiteX72" fmla="*/ 790775 w 1114425"/>
                  <a:gd name="connsiteY72" fmla="*/ 33294 h 1198563"/>
                  <a:gd name="connsiteX73" fmla="*/ 790775 w 1114425"/>
                  <a:gd name="connsiteY73" fmla="*/ 139832 h 1198563"/>
                  <a:gd name="connsiteX74" fmla="*/ 1114425 w 1114425"/>
                  <a:gd name="connsiteY74" fmla="*/ 642563 h 1198563"/>
                  <a:gd name="connsiteX75" fmla="*/ 557213 w 1114425"/>
                  <a:gd name="connsiteY75" fmla="*/ 1198563 h 1198563"/>
                  <a:gd name="connsiteX76" fmla="*/ 0 w 1114425"/>
                  <a:gd name="connsiteY76" fmla="*/ 645892 h 1198563"/>
                  <a:gd name="connsiteX77" fmla="*/ 323651 w 1114425"/>
                  <a:gd name="connsiteY77" fmla="*/ 139832 h 1198563"/>
                  <a:gd name="connsiteX78" fmla="*/ 323651 w 1114425"/>
                  <a:gd name="connsiteY78" fmla="*/ 33294 h 1198563"/>
                  <a:gd name="connsiteX79" fmla="*/ 357017 w 1114425"/>
                  <a:gd name="connsiteY79" fmla="*/ 0 h 1198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114425" h="1198563">
                    <a:moveTo>
                      <a:pt x="623744" y="549275"/>
                    </a:moveTo>
                    <a:cubicBezTo>
                      <a:pt x="627063" y="562610"/>
                      <a:pt x="627063" y="579279"/>
                      <a:pt x="620425" y="595948"/>
                    </a:cubicBezTo>
                    <a:cubicBezTo>
                      <a:pt x="613786" y="602615"/>
                      <a:pt x="610466" y="609283"/>
                      <a:pt x="600508" y="612616"/>
                    </a:cubicBezTo>
                    <a:cubicBezTo>
                      <a:pt x="597189" y="615950"/>
                      <a:pt x="597189" y="615950"/>
                      <a:pt x="593870" y="615950"/>
                    </a:cubicBezTo>
                    <a:cubicBezTo>
                      <a:pt x="593870" y="615950"/>
                      <a:pt x="593870" y="615950"/>
                      <a:pt x="590550" y="612616"/>
                    </a:cubicBezTo>
                    <a:cubicBezTo>
                      <a:pt x="590550" y="609283"/>
                      <a:pt x="590550" y="595948"/>
                      <a:pt x="593870" y="592614"/>
                    </a:cubicBezTo>
                    <a:cubicBezTo>
                      <a:pt x="600508" y="579279"/>
                      <a:pt x="610466" y="565944"/>
                      <a:pt x="620425" y="552609"/>
                    </a:cubicBezTo>
                    <a:cubicBezTo>
                      <a:pt x="620425" y="552609"/>
                      <a:pt x="620425" y="552609"/>
                      <a:pt x="623744" y="549275"/>
                    </a:cubicBezTo>
                    <a:close/>
                    <a:moveTo>
                      <a:pt x="444357" y="546100"/>
                    </a:moveTo>
                    <a:cubicBezTo>
                      <a:pt x="444357" y="559197"/>
                      <a:pt x="447676" y="572294"/>
                      <a:pt x="441038" y="582117"/>
                    </a:cubicBezTo>
                    <a:cubicBezTo>
                      <a:pt x="437718" y="591940"/>
                      <a:pt x="427760" y="598488"/>
                      <a:pt x="421121" y="598488"/>
                    </a:cubicBezTo>
                    <a:cubicBezTo>
                      <a:pt x="417802" y="598488"/>
                      <a:pt x="417802" y="598488"/>
                      <a:pt x="414483" y="591940"/>
                    </a:cubicBezTo>
                    <a:cubicBezTo>
                      <a:pt x="411163" y="588665"/>
                      <a:pt x="411163" y="582117"/>
                      <a:pt x="417802" y="575568"/>
                    </a:cubicBezTo>
                    <a:cubicBezTo>
                      <a:pt x="421121" y="565746"/>
                      <a:pt x="431079" y="555923"/>
                      <a:pt x="444357" y="546100"/>
                    </a:cubicBezTo>
                    <a:close/>
                    <a:moveTo>
                      <a:pt x="781050" y="431800"/>
                    </a:moveTo>
                    <a:cubicBezTo>
                      <a:pt x="781050" y="431800"/>
                      <a:pt x="781050" y="431800"/>
                      <a:pt x="784324" y="431800"/>
                    </a:cubicBezTo>
                    <a:cubicBezTo>
                      <a:pt x="797421" y="431800"/>
                      <a:pt x="817067" y="441960"/>
                      <a:pt x="826890" y="455507"/>
                    </a:cubicBezTo>
                    <a:cubicBezTo>
                      <a:pt x="830164" y="458893"/>
                      <a:pt x="833438" y="469053"/>
                      <a:pt x="833438" y="475827"/>
                    </a:cubicBezTo>
                    <a:cubicBezTo>
                      <a:pt x="830164" y="482600"/>
                      <a:pt x="826890" y="482600"/>
                      <a:pt x="820341" y="482600"/>
                    </a:cubicBezTo>
                    <a:cubicBezTo>
                      <a:pt x="820341" y="482600"/>
                      <a:pt x="817067" y="482600"/>
                      <a:pt x="817067" y="482600"/>
                    </a:cubicBezTo>
                    <a:cubicBezTo>
                      <a:pt x="803970" y="482600"/>
                      <a:pt x="797421" y="465667"/>
                      <a:pt x="790873" y="452120"/>
                    </a:cubicBezTo>
                    <a:cubicBezTo>
                      <a:pt x="787599" y="445347"/>
                      <a:pt x="784324" y="438573"/>
                      <a:pt x="781050" y="431800"/>
                    </a:cubicBezTo>
                    <a:close/>
                    <a:moveTo>
                      <a:pt x="320676" y="415925"/>
                    </a:moveTo>
                    <a:cubicBezTo>
                      <a:pt x="314062" y="429372"/>
                      <a:pt x="307447" y="439457"/>
                      <a:pt x="300832" y="452905"/>
                    </a:cubicBezTo>
                    <a:cubicBezTo>
                      <a:pt x="290910" y="469713"/>
                      <a:pt x="287603" y="473075"/>
                      <a:pt x="287603" y="473075"/>
                    </a:cubicBezTo>
                    <a:cubicBezTo>
                      <a:pt x="284296" y="469713"/>
                      <a:pt x="280988" y="466352"/>
                      <a:pt x="280988" y="456266"/>
                    </a:cubicBezTo>
                    <a:cubicBezTo>
                      <a:pt x="280988" y="442819"/>
                      <a:pt x="284296" y="436096"/>
                      <a:pt x="287603" y="429372"/>
                    </a:cubicBezTo>
                    <a:cubicBezTo>
                      <a:pt x="294218" y="422649"/>
                      <a:pt x="307447" y="415925"/>
                      <a:pt x="320676" y="415925"/>
                    </a:cubicBezTo>
                    <a:close/>
                    <a:moveTo>
                      <a:pt x="514259" y="0"/>
                    </a:moveTo>
                    <a:cubicBezTo>
                      <a:pt x="514259" y="0"/>
                      <a:pt x="514259" y="0"/>
                      <a:pt x="577484" y="0"/>
                    </a:cubicBezTo>
                    <a:cubicBezTo>
                      <a:pt x="620743" y="152958"/>
                      <a:pt x="667330" y="289290"/>
                      <a:pt x="723900" y="408996"/>
                    </a:cubicBezTo>
                    <a:cubicBezTo>
                      <a:pt x="677313" y="428947"/>
                      <a:pt x="637381" y="472174"/>
                      <a:pt x="620743" y="492125"/>
                    </a:cubicBezTo>
                    <a:cubicBezTo>
                      <a:pt x="604105" y="482150"/>
                      <a:pt x="580812" y="475499"/>
                      <a:pt x="557518" y="475499"/>
                    </a:cubicBezTo>
                    <a:cubicBezTo>
                      <a:pt x="524242" y="472174"/>
                      <a:pt x="497620" y="475499"/>
                      <a:pt x="467672" y="485475"/>
                    </a:cubicBezTo>
                    <a:cubicBezTo>
                      <a:pt x="451033" y="438922"/>
                      <a:pt x="417757" y="405671"/>
                      <a:pt x="377825" y="385720"/>
                    </a:cubicBezTo>
                    <a:cubicBezTo>
                      <a:pt x="427740" y="272664"/>
                      <a:pt x="474327" y="146308"/>
                      <a:pt x="514259" y="0"/>
                    </a:cubicBezTo>
                    <a:close/>
                    <a:moveTo>
                      <a:pt x="357017" y="0"/>
                    </a:moveTo>
                    <a:cubicBezTo>
                      <a:pt x="357017" y="0"/>
                      <a:pt x="357017" y="0"/>
                      <a:pt x="473798" y="0"/>
                    </a:cubicBezTo>
                    <a:cubicBezTo>
                      <a:pt x="433758" y="143162"/>
                      <a:pt x="390383" y="266347"/>
                      <a:pt x="336997" y="376216"/>
                    </a:cubicBezTo>
                    <a:cubicBezTo>
                      <a:pt x="333660" y="376216"/>
                      <a:pt x="330324" y="376216"/>
                      <a:pt x="326987" y="376216"/>
                    </a:cubicBezTo>
                    <a:cubicBezTo>
                      <a:pt x="286948" y="376216"/>
                      <a:pt x="256919" y="392862"/>
                      <a:pt x="246909" y="422827"/>
                    </a:cubicBezTo>
                    <a:cubicBezTo>
                      <a:pt x="236899" y="449461"/>
                      <a:pt x="236899" y="482755"/>
                      <a:pt x="260255" y="502731"/>
                    </a:cubicBezTo>
                    <a:cubicBezTo>
                      <a:pt x="266928" y="509389"/>
                      <a:pt x="276938" y="512719"/>
                      <a:pt x="283611" y="512719"/>
                    </a:cubicBezTo>
                    <a:cubicBezTo>
                      <a:pt x="306968" y="512719"/>
                      <a:pt x="326987" y="486084"/>
                      <a:pt x="333660" y="476096"/>
                    </a:cubicBezTo>
                    <a:cubicBezTo>
                      <a:pt x="333660" y="472767"/>
                      <a:pt x="336997" y="472767"/>
                      <a:pt x="336997" y="472767"/>
                    </a:cubicBezTo>
                    <a:cubicBezTo>
                      <a:pt x="343670" y="456120"/>
                      <a:pt x="353680" y="439473"/>
                      <a:pt x="360353" y="422827"/>
                    </a:cubicBezTo>
                    <a:cubicBezTo>
                      <a:pt x="400392" y="436144"/>
                      <a:pt x="420412" y="479425"/>
                      <a:pt x="433758" y="506060"/>
                    </a:cubicBezTo>
                    <a:cubicBezTo>
                      <a:pt x="427085" y="509389"/>
                      <a:pt x="423749" y="512719"/>
                      <a:pt x="420412" y="516048"/>
                    </a:cubicBezTo>
                    <a:cubicBezTo>
                      <a:pt x="407066" y="522707"/>
                      <a:pt x="377036" y="549342"/>
                      <a:pt x="373700" y="582635"/>
                    </a:cubicBezTo>
                    <a:cubicBezTo>
                      <a:pt x="370363" y="599282"/>
                      <a:pt x="377036" y="615928"/>
                      <a:pt x="390383" y="629246"/>
                    </a:cubicBezTo>
                    <a:cubicBezTo>
                      <a:pt x="397056" y="635904"/>
                      <a:pt x="407066" y="639234"/>
                      <a:pt x="420412" y="639234"/>
                    </a:cubicBezTo>
                    <a:cubicBezTo>
                      <a:pt x="430422" y="639234"/>
                      <a:pt x="443768" y="635904"/>
                      <a:pt x="453778" y="629246"/>
                    </a:cubicBezTo>
                    <a:cubicBezTo>
                      <a:pt x="477134" y="609270"/>
                      <a:pt x="487144" y="582635"/>
                      <a:pt x="483807" y="549342"/>
                    </a:cubicBezTo>
                    <a:cubicBezTo>
                      <a:pt x="480471" y="542683"/>
                      <a:pt x="480471" y="532695"/>
                      <a:pt x="477134" y="526036"/>
                    </a:cubicBezTo>
                    <a:cubicBezTo>
                      <a:pt x="483807" y="522707"/>
                      <a:pt x="487144" y="522707"/>
                      <a:pt x="490481" y="519377"/>
                    </a:cubicBezTo>
                    <a:cubicBezTo>
                      <a:pt x="513837" y="512719"/>
                      <a:pt x="543866" y="509389"/>
                      <a:pt x="577232" y="516048"/>
                    </a:cubicBezTo>
                    <a:cubicBezTo>
                      <a:pt x="583906" y="519377"/>
                      <a:pt x="587242" y="519377"/>
                      <a:pt x="593915" y="522707"/>
                    </a:cubicBezTo>
                    <a:cubicBezTo>
                      <a:pt x="593915" y="522707"/>
                      <a:pt x="590579" y="526036"/>
                      <a:pt x="590579" y="526036"/>
                    </a:cubicBezTo>
                    <a:cubicBezTo>
                      <a:pt x="570559" y="549342"/>
                      <a:pt x="547203" y="582635"/>
                      <a:pt x="550540" y="612599"/>
                    </a:cubicBezTo>
                    <a:cubicBezTo>
                      <a:pt x="550540" y="625916"/>
                      <a:pt x="557213" y="635904"/>
                      <a:pt x="570559" y="645892"/>
                    </a:cubicBezTo>
                    <a:cubicBezTo>
                      <a:pt x="593915" y="662539"/>
                      <a:pt x="617272" y="655880"/>
                      <a:pt x="637291" y="635904"/>
                    </a:cubicBezTo>
                    <a:cubicBezTo>
                      <a:pt x="657311" y="612599"/>
                      <a:pt x="667321" y="579306"/>
                      <a:pt x="663984" y="556000"/>
                    </a:cubicBezTo>
                    <a:cubicBezTo>
                      <a:pt x="663984" y="542683"/>
                      <a:pt x="657311" y="529365"/>
                      <a:pt x="650638" y="519377"/>
                    </a:cubicBezTo>
                    <a:cubicBezTo>
                      <a:pt x="677330" y="486084"/>
                      <a:pt x="710696" y="459449"/>
                      <a:pt x="740726" y="446132"/>
                    </a:cubicBezTo>
                    <a:cubicBezTo>
                      <a:pt x="747399" y="452791"/>
                      <a:pt x="750736" y="462779"/>
                      <a:pt x="754072" y="472767"/>
                    </a:cubicBezTo>
                    <a:cubicBezTo>
                      <a:pt x="767419" y="496072"/>
                      <a:pt x="790775" y="522707"/>
                      <a:pt x="820804" y="522707"/>
                    </a:cubicBezTo>
                    <a:cubicBezTo>
                      <a:pt x="830814" y="522707"/>
                      <a:pt x="840824" y="519377"/>
                      <a:pt x="850834" y="512719"/>
                    </a:cubicBezTo>
                    <a:cubicBezTo>
                      <a:pt x="864180" y="506060"/>
                      <a:pt x="870853" y="492743"/>
                      <a:pt x="874190" y="479425"/>
                    </a:cubicBezTo>
                    <a:cubicBezTo>
                      <a:pt x="874190" y="456120"/>
                      <a:pt x="860843" y="432815"/>
                      <a:pt x="844160" y="416168"/>
                    </a:cubicBezTo>
                    <a:cubicBezTo>
                      <a:pt x="820804" y="396192"/>
                      <a:pt x="794111" y="389533"/>
                      <a:pt x="760745" y="396192"/>
                    </a:cubicBezTo>
                    <a:cubicBezTo>
                      <a:pt x="707360" y="279665"/>
                      <a:pt x="660647" y="149821"/>
                      <a:pt x="617272" y="0"/>
                    </a:cubicBezTo>
                    <a:cubicBezTo>
                      <a:pt x="617272" y="0"/>
                      <a:pt x="617272" y="0"/>
                      <a:pt x="757409" y="0"/>
                    </a:cubicBezTo>
                    <a:cubicBezTo>
                      <a:pt x="774092" y="0"/>
                      <a:pt x="790775" y="13317"/>
                      <a:pt x="790775" y="33294"/>
                    </a:cubicBezTo>
                    <a:cubicBezTo>
                      <a:pt x="790775" y="33294"/>
                      <a:pt x="790775" y="33294"/>
                      <a:pt x="790775" y="139832"/>
                    </a:cubicBezTo>
                    <a:cubicBezTo>
                      <a:pt x="980961" y="226395"/>
                      <a:pt x="1114425" y="419497"/>
                      <a:pt x="1114425" y="642563"/>
                    </a:cubicBezTo>
                    <a:cubicBezTo>
                      <a:pt x="1114425" y="948863"/>
                      <a:pt x="864180" y="1198563"/>
                      <a:pt x="557213" y="1198563"/>
                    </a:cubicBezTo>
                    <a:cubicBezTo>
                      <a:pt x="250245" y="1198563"/>
                      <a:pt x="0" y="952192"/>
                      <a:pt x="0" y="645892"/>
                    </a:cubicBezTo>
                    <a:cubicBezTo>
                      <a:pt x="0" y="422827"/>
                      <a:pt x="133464" y="229725"/>
                      <a:pt x="323651" y="139832"/>
                    </a:cubicBezTo>
                    <a:cubicBezTo>
                      <a:pt x="323651" y="139832"/>
                      <a:pt x="323651" y="139832"/>
                      <a:pt x="323651" y="33294"/>
                    </a:cubicBezTo>
                    <a:cubicBezTo>
                      <a:pt x="323651" y="13317"/>
                      <a:pt x="336997" y="0"/>
                      <a:pt x="357017" y="0"/>
                    </a:cubicBezTo>
                    <a:close/>
                  </a:path>
                </a:pathLst>
              </a:custGeom>
              <a:solidFill>
                <a:srgbClr val="FABF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6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9836448" y="211424"/>
              <a:ext cx="16518" cy="1366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0" name="稻壳儿春秋广告/盗版必究        原创来源：http://chn.docer.com/works?userid=199329941#!/work_time"/>
          <p:cNvSpPr txBox="1"/>
          <p:nvPr/>
        </p:nvSpPr>
        <p:spPr>
          <a:xfrm>
            <a:off x="4099560" y="349250"/>
            <a:ext cx="3992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Before we start</a:t>
            </a:r>
            <a:endParaRPr lang="en-US" altLang="zh-CN" sz="2400" dirty="0">
              <a:solidFill>
                <a:srgbClr val="FABF24"/>
              </a:solidFill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</a:endParaRPr>
          </a:p>
        </p:txBody>
      </p:sp>
      <p:sp>
        <p:nvSpPr>
          <p:cNvPr id="81" name="稻壳儿春秋广告/盗版必究        原创来源：http://chn.docer.com/works?userid=199329941#!/work_time"/>
          <p:cNvSpPr txBox="1"/>
          <p:nvPr/>
        </p:nvSpPr>
        <p:spPr>
          <a:xfrm>
            <a:off x="4023996" y="1124202"/>
            <a:ext cx="414527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7F8F8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Shout-Out to</a:t>
            </a:r>
            <a:endParaRPr lang="en-US" altLang="zh-CN" sz="1400" dirty="0">
              <a:solidFill>
                <a:srgbClr val="F7F8F8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82" name="稻壳儿春秋广告/盗版必究        原创来源：http://chn.docer.com/works?userid=199329941#!/work_time"/>
          <p:cNvCxnSpPr/>
          <p:nvPr/>
        </p:nvCxnSpPr>
        <p:spPr>
          <a:xfrm>
            <a:off x="5969280" y="968403"/>
            <a:ext cx="254711" cy="0"/>
          </a:xfrm>
          <a:prstGeom prst="line">
            <a:avLst/>
          </a:prstGeom>
          <a:ln w="28575">
            <a:solidFill>
              <a:srgbClr val="FAB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544483" y="0"/>
            <a:ext cx="793664" cy="1047369"/>
            <a:chOff x="544483" y="169341"/>
            <a:chExt cx="793664" cy="1047369"/>
          </a:xfrm>
        </p:grpSpPr>
        <p:sp>
          <p:nvSpPr>
            <p:cNvPr id="43" name="稻壳儿春秋广告/盗版必究        原创来源：http://chn.docer.com/works?userid=199329941#!/work_time"/>
            <p:cNvSpPr/>
            <p:nvPr/>
          </p:nvSpPr>
          <p:spPr bwMode="auto">
            <a:xfrm>
              <a:off x="837841" y="340120"/>
              <a:ext cx="216388" cy="178776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" name="稻壳儿春秋广告/盗版必究        原创来源：http://chn.docer.com/works?userid=199329941#!/work_time"/>
            <p:cNvSpPr/>
            <p:nvPr/>
          </p:nvSpPr>
          <p:spPr bwMode="auto">
            <a:xfrm>
              <a:off x="585873" y="628542"/>
              <a:ext cx="90040" cy="6825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稻壳儿春秋广告/盗版必究        原创来源：http://chn.docer.com/works?userid=199329941#!/work_time"/>
            <p:cNvSpPr/>
            <p:nvPr/>
          </p:nvSpPr>
          <p:spPr bwMode="auto">
            <a:xfrm>
              <a:off x="1216156" y="627089"/>
              <a:ext cx="90040" cy="6825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稻壳儿春秋广告/盗版必究        原创来源：http://chn.docer.com/works?userid=199329941#!/work_time"/>
            <p:cNvSpPr/>
            <p:nvPr/>
          </p:nvSpPr>
          <p:spPr bwMode="auto">
            <a:xfrm>
              <a:off x="544483" y="869618"/>
              <a:ext cx="103837" cy="54460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稻壳儿春秋广告/盗版必究        原创来源：http://chn.docer.com/works?userid=199329941#!/work_time"/>
            <p:cNvSpPr/>
            <p:nvPr/>
          </p:nvSpPr>
          <p:spPr bwMode="auto">
            <a:xfrm>
              <a:off x="1243749" y="865988"/>
              <a:ext cx="94398" cy="5518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稻壳儿春秋广告/盗版必究        原创来源：http://chn.docer.com/works?userid=199329941#!/work_time"/>
            <p:cNvSpPr/>
            <p:nvPr/>
          </p:nvSpPr>
          <p:spPr bwMode="auto">
            <a:xfrm>
              <a:off x="685353" y="1050425"/>
              <a:ext cx="79148" cy="87136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稻壳儿春秋广告/盗版必究        原创来源：http://chn.docer.com/works?userid=199329941#!/work_time"/>
            <p:cNvSpPr/>
            <p:nvPr/>
          </p:nvSpPr>
          <p:spPr bwMode="auto">
            <a:xfrm>
              <a:off x="1130473" y="1051878"/>
              <a:ext cx="76244" cy="85684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稻壳儿春秋广告/盗版必究        原创来源：http://chn.docer.com/works?userid=199329941#!/work_time"/>
            <p:cNvSpPr/>
            <p:nvPr/>
          </p:nvSpPr>
          <p:spPr bwMode="auto">
            <a:xfrm>
              <a:off x="926429" y="1123765"/>
              <a:ext cx="39211" cy="92945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稻壳儿春秋广告/盗版必究        原创来源：http://chn.docer.com/works?userid=199329941#!/work_time"/>
            <p:cNvSpPr/>
            <p:nvPr/>
          </p:nvSpPr>
          <p:spPr bwMode="auto">
            <a:xfrm>
              <a:off x="691162" y="529787"/>
              <a:ext cx="509745" cy="548231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3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937775" y="169341"/>
              <a:ext cx="16518" cy="1787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4" name="稻壳儿春秋广告/盗版必究        原创来源：http://chn.docer.com/works?userid=199329941#!/work_time"/>
          <p:cNvSpPr txBox="1"/>
          <p:nvPr/>
        </p:nvSpPr>
        <p:spPr>
          <a:xfrm>
            <a:off x="4927600" y="2459133"/>
            <a:ext cx="233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rgbClr val="FABF2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5" name="稻壳儿春秋广告/盗版必究        原创来源：http://chn.docer.com/works?userid=199329941#!/work_time"/>
          <p:cNvSpPr txBox="1"/>
          <p:nvPr/>
        </p:nvSpPr>
        <p:spPr>
          <a:xfrm>
            <a:off x="2475230" y="2625725"/>
            <a:ext cx="72415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F7F8F8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hlinkClick r:id="rId1" action="ppaction://hlinkfile">
                  <a:extLst>
                    <a:ext uri="{DAF060AB-1E55-43B9-8AAB-6FB025537F2F}">
                      <wpsdc:hlinkClr xmlns:wpsdc="http://www.wps.cn/officeDocument/2017/drawingmlCustomData" val="FABF24"/>
                      <wpsdc:folHlinkClr xmlns:wpsdc="http://www.wps.cn/officeDocument/2017/drawingmlCustomData" val="FABF24"/>
                      <wpsdc:hlinkUnderline xmlns:wpsdc="http://www.wps.cn/officeDocument/2017/drawingmlCustomData" val="1"/>
                    </a:ext>
                  </a:extLst>
                </a:hlinkClick>
              </a:rPr>
              <a:t>How to Integrate an Identity Server with Keycloak in .NET Web APIs</a:t>
            </a:r>
            <a:r>
              <a:rPr lang="en-US" altLang="en-US" sz="1400" dirty="0">
                <a:solidFill>
                  <a:srgbClr val="F7F8F8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- Sebastian Fulga</a:t>
            </a:r>
            <a:endParaRPr lang="en-US" altLang="en-US" sz="1400" dirty="0">
              <a:solidFill>
                <a:srgbClr val="F7F8F8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F7F8F8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hlinkClick r:id="rId2" action="ppaction://hlinkfile">
                  <a:extLst>
                    <a:ext uri="{DAF060AB-1E55-43B9-8AAB-6FB025537F2F}">
                      <wpsdc:hlinkClr xmlns:wpsdc="http://www.wps.cn/officeDocument/2017/drawingmlCustomData" val="FABF24"/>
                      <wpsdc:folHlinkClr xmlns:wpsdc="http://www.wps.cn/officeDocument/2017/drawingmlCustomData" val="FABF24"/>
                      <wpsdc:hlinkUnderline xmlns:wpsdc="http://www.wps.cn/officeDocument/2017/drawingmlCustomData" val="1"/>
                    </a:ext>
                  </a:extLst>
                </a:hlinkClick>
              </a:rPr>
              <a:t>How to authorize your .NET Web APIs using Keycloak</a:t>
            </a:r>
            <a:r>
              <a:rPr lang="en-US" altLang="en-US" sz="1400" dirty="0">
                <a:solidFill>
                  <a:srgbClr val="F7F8F8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- Catalin Popinciuc</a:t>
            </a:r>
            <a:endParaRPr lang="en-US" altLang="en-US" sz="1400" dirty="0">
              <a:solidFill>
                <a:srgbClr val="F7F8F8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6" name="稻壳儿春秋广告/盗版必究        原创来源：http://chn.docer.com/works?userid=199329941#!/work_time"/>
          <p:cNvSpPr/>
          <p:nvPr/>
        </p:nvSpPr>
        <p:spPr>
          <a:xfrm>
            <a:off x="5508407" y="3894217"/>
            <a:ext cx="1175186" cy="1175190"/>
          </a:xfrm>
          <a:prstGeom prst="roundRect">
            <a:avLst/>
          </a:prstGeom>
          <a:solidFill>
            <a:srgbClr val="F7F8F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7" name="稻壳儿春秋广告/盗版必究        原创来源：http://chn.docer.com/works?userid=199329941#!/work_time"/>
          <p:cNvSpPr/>
          <p:nvPr/>
        </p:nvSpPr>
        <p:spPr>
          <a:xfrm>
            <a:off x="3120229" y="3894217"/>
            <a:ext cx="1175186" cy="1175190"/>
          </a:xfrm>
          <a:prstGeom prst="roundRect">
            <a:avLst/>
          </a:prstGeom>
          <a:solidFill>
            <a:srgbClr val="FABF2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8" name="稻壳儿春秋广告/盗版必究        原创来源：http://chn.docer.com/works?userid=199329941#!/work_time"/>
          <p:cNvSpPr/>
          <p:nvPr/>
        </p:nvSpPr>
        <p:spPr>
          <a:xfrm>
            <a:off x="7896585" y="3894217"/>
            <a:ext cx="1175186" cy="1175190"/>
          </a:xfrm>
          <a:prstGeom prst="roundRect">
            <a:avLst/>
          </a:prstGeom>
          <a:solidFill>
            <a:srgbClr val="FABF2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2" name="稻壳儿春秋广告/盗版必究        原创来源：http://chn.docer.com/works?userid=199329941#!/work_time"/>
          <p:cNvSpPr/>
          <p:nvPr/>
        </p:nvSpPr>
        <p:spPr>
          <a:xfrm>
            <a:off x="5901326" y="4312197"/>
            <a:ext cx="389353" cy="3392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4821"/>
                </a:moveTo>
                <a:cubicBezTo>
                  <a:pt x="14850" y="8486"/>
                  <a:pt x="14850" y="8486"/>
                  <a:pt x="14850" y="8486"/>
                </a:cubicBezTo>
                <a:cubicBezTo>
                  <a:pt x="14850" y="6171"/>
                  <a:pt x="14850" y="6171"/>
                  <a:pt x="14850" y="6171"/>
                </a:cubicBezTo>
                <a:cubicBezTo>
                  <a:pt x="14850" y="5014"/>
                  <a:pt x="14006" y="3857"/>
                  <a:pt x="12825" y="3857"/>
                </a:cubicBezTo>
                <a:cubicBezTo>
                  <a:pt x="11475" y="3857"/>
                  <a:pt x="11475" y="3857"/>
                  <a:pt x="11475" y="3857"/>
                </a:cubicBezTo>
                <a:cubicBezTo>
                  <a:pt x="11475" y="2314"/>
                  <a:pt x="11475" y="2314"/>
                  <a:pt x="11475" y="2314"/>
                </a:cubicBezTo>
                <a:cubicBezTo>
                  <a:pt x="11475" y="964"/>
                  <a:pt x="10631" y="0"/>
                  <a:pt x="9450" y="0"/>
                </a:cubicBezTo>
                <a:cubicBezTo>
                  <a:pt x="5400" y="0"/>
                  <a:pt x="5400" y="0"/>
                  <a:pt x="5400" y="0"/>
                </a:cubicBezTo>
                <a:cubicBezTo>
                  <a:pt x="4219" y="0"/>
                  <a:pt x="3375" y="964"/>
                  <a:pt x="3375" y="2314"/>
                </a:cubicBezTo>
                <a:cubicBezTo>
                  <a:pt x="3375" y="3857"/>
                  <a:pt x="3375" y="3857"/>
                  <a:pt x="3375" y="3857"/>
                </a:cubicBezTo>
                <a:cubicBezTo>
                  <a:pt x="2025" y="3857"/>
                  <a:pt x="2025" y="3857"/>
                  <a:pt x="2025" y="3857"/>
                </a:cubicBezTo>
                <a:cubicBezTo>
                  <a:pt x="844" y="3857"/>
                  <a:pt x="0" y="4821"/>
                  <a:pt x="0" y="6171"/>
                </a:cubicBezTo>
                <a:cubicBezTo>
                  <a:pt x="0" y="19286"/>
                  <a:pt x="0" y="19286"/>
                  <a:pt x="0" y="19286"/>
                </a:cubicBezTo>
                <a:cubicBezTo>
                  <a:pt x="0" y="20443"/>
                  <a:pt x="844" y="21600"/>
                  <a:pt x="2025" y="21600"/>
                </a:cubicBezTo>
                <a:cubicBezTo>
                  <a:pt x="12825" y="21600"/>
                  <a:pt x="12825" y="21600"/>
                  <a:pt x="12825" y="21600"/>
                </a:cubicBezTo>
                <a:cubicBezTo>
                  <a:pt x="14006" y="21600"/>
                  <a:pt x="14850" y="20443"/>
                  <a:pt x="14850" y="19286"/>
                </a:cubicBezTo>
                <a:cubicBezTo>
                  <a:pt x="14850" y="16971"/>
                  <a:pt x="14850" y="16971"/>
                  <a:pt x="14850" y="16971"/>
                </a:cubicBezTo>
                <a:cubicBezTo>
                  <a:pt x="20419" y="20636"/>
                  <a:pt x="20419" y="20636"/>
                  <a:pt x="20419" y="20636"/>
                </a:cubicBezTo>
                <a:cubicBezTo>
                  <a:pt x="20756" y="21021"/>
                  <a:pt x="21600" y="20636"/>
                  <a:pt x="21600" y="20057"/>
                </a:cubicBezTo>
                <a:cubicBezTo>
                  <a:pt x="21600" y="5400"/>
                  <a:pt x="21600" y="5400"/>
                  <a:pt x="21600" y="5400"/>
                </a:cubicBezTo>
                <a:cubicBezTo>
                  <a:pt x="21600" y="4821"/>
                  <a:pt x="20756" y="4243"/>
                  <a:pt x="20250" y="4821"/>
                </a:cubicBezTo>
                <a:close/>
                <a:moveTo>
                  <a:pt x="6075" y="1543"/>
                </a:moveTo>
                <a:cubicBezTo>
                  <a:pt x="8775" y="1543"/>
                  <a:pt x="8775" y="1543"/>
                  <a:pt x="8775" y="1543"/>
                </a:cubicBezTo>
                <a:cubicBezTo>
                  <a:pt x="9450" y="1543"/>
                  <a:pt x="10125" y="2314"/>
                  <a:pt x="10125" y="3086"/>
                </a:cubicBezTo>
                <a:cubicBezTo>
                  <a:pt x="10125" y="3857"/>
                  <a:pt x="10125" y="3857"/>
                  <a:pt x="10125" y="3857"/>
                </a:cubicBezTo>
                <a:cubicBezTo>
                  <a:pt x="4725" y="3857"/>
                  <a:pt x="4725" y="3857"/>
                  <a:pt x="4725" y="3857"/>
                </a:cubicBezTo>
                <a:cubicBezTo>
                  <a:pt x="4725" y="3086"/>
                  <a:pt x="4725" y="3086"/>
                  <a:pt x="4725" y="3086"/>
                </a:cubicBezTo>
                <a:cubicBezTo>
                  <a:pt x="4725" y="2314"/>
                  <a:pt x="5400" y="1543"/>
                  <a:pt x="6075" y="1543"/>
                </a:cubicBezTo>
                <a:close/>
                <a:moveTo>
                  <a:pt x="20250" y="18514"/>
                </a:moveTo>
                <a:cubicBezTo>
                  <a:pt x="15694" y="15814"/>
                  <a:pt x="15694" y="15814"/>
                  <a:pt x="15694" y="15814"/>
                </a:cubicBezTo>
                <a:cubicBezTo>
                  <a:pt x="15188" y="15236"/>
                  <a:pt x="14513" y="15429"/>
                  <a:pt x="14175" y="15621"/>
                </a:cubicBezTo>
                <a:cubicBezTo>
                  <a:pt x="13838" y="15814"/>
                  <a:pt x="13500" y="16393"/>
                  <a:pt x="13500" y="16971"/>
                </a:cubicBezTo>
                <a:cubicBezTo>
                  <a:pt x="13500" y="16971"/>
                  <a:pt x="13500" y="17550"/>
                  <a:pt x="13500" y="18514"/>
                </a:cubicBezTo>
                <a:cubicBezTo>
                  <a:pt x="13500" y="19286"/>
                  <a:pt x="12825" y="20057"/>
                  <a:pt x="12150" y="20057"/>
                </a:cubicBezTo>
                <a:cubicBezTo>
                  <a:pt x="11306" y="20057"/>
                  <a:pt x="2700" y="20057"/>
                  <a:pt x="2700" y="20057"/>
                </a:cubicBezTo>
                <a:cubicBezTo>
                  <a:pt x="2025" y="20057"/>
                  <a:pt x="1350" y="19286"/>
                  <a:pt x="1350" y="18514"/>
                </a:cubicBezTo>
                <a:cubicBezTo>
                  <a:pt x="1350" y="6943"/>
                  <a:pt x="1350" y="6943"/>
                  <a:pt x="1350" y="6943"/>
                </a:cubicBezTo>
                <a:cubicBezTo>
                  <a:pt x="1350" y="6171"/>
                  <a:pt x="1856" y="5400"/>
                  <a:pt x="2700" y="5400"/>
                </a:cubicBezTo>
                <a:cubicBezTo>
                  <a:pt x="2700" y="5400"/>
                  <a:pt x="2700" y="5400"/>
                  <a:pt x="2700" y="5400"/>
                </a:cubicBezTo>
                <a:cubicBezTo>
                  <a:pt x="2700" y="5400"/>
                  <a:pt x="2700" y="5400"/>
                  <a:pt x="2700" y="5400"/>
                </a:cubicBezTo>
                <a:cubicBezTo>
                  <a:pt x="2700" y="5400"/>
                  <a:pt x="2700" y="5400"/>
                  <a:pt x="2700" y="5400"/>
                </a:cubicBezTo>
                <a:cubicBezTo>
                  <a:pt x="3375" y="5400"/>
                  <a:pt x="3375" y="5400"/>
                  <a:pt x="3375" y="5400"/>
                </a:cubicBezTo>
                <a:cubicBezTo>
                  <a:pt x="3375" y="5400"/>
                  <a:pt x="3375" y="5400"/>
                  <a:pt x="3375" y="5400"/>
                </a:cubicBezTo>
                <a:cubicBezTo>
                  <a:pt x="11475" y="5400"/>
                  <a:pt x="11475" y="5400"/>
                  <a:pt x="11475" y="5400"/>
                </a:cubicBezTo>
                <a:cubicBezTo>
                  <a:pt x="11475" y="5400"/>
                  <a:pt x="11475" y="5400"/>
                  <a:pt x="11475" y="5400"/>
                </a:cubicBezTo>
                <a:cubicBezTo>
                  <a:pt x="12150" y="5400"/>
                  <a:pt x="12150" y="5400"/>
                  <a:pt x="12150" y="5400"/>
                </a:cubicBezTo>
                <a:cubicBezTo>
                  <a:pt x="12150" y="5400"/>
                  <a:pt x="12150" y="5400"/>
                  <a:pt x="12150" y="5400"/>
                </a:cubicBezTo>
                <a:cubicBezTo>
                  <a:pt x="12150" y="5400"/>
                  <a:pt x="12150" y="5400"/>
                  <a:pt x="12150" y="5400"/>
                </a:cubicBezTo>
                <a:cubicBezTo>
                  <a:pt x="12150" y="5400"/>
                  <a:pt x="12150" y="5400"/>
                  <a:pt x="12150" y="5400"/>
                </a:cubicBezTo>
                <a:cubicBezTo>
                  <a:pt x="12825" y="5400"/>
                  <a:pt x="13500" y="6171"/>
                  <a:pt x="13500" y="6943"/>
                </a:cubicBezTo>
                <a:cubicBezTo>
                  <a:pt x="13500" y="7907"/>
                  <a:pt x="13500" y="8486"/>
                  <a:pt x="13500" y="8486"/>
                </a:cubicBezTo>
                <a:cubicBezTo>
                  <a:pt x="13500" y="9064"/>
                  <a:pt x="13838" y="9643"/>
                  <a:pt x="14175" y="9836"/>
                </a:cubicBezTo>
                <a:cubicBezTo>
                  <a:pt x="14513" y="10029"/>
                  <a:pt x="15188" y="10221"/>
                  <a:pt x="15694" y="9836"/>
                </a:cubicBezTo>
                <a:cubicBezTo>
                  <a:pt x="20250" y="6943"/>
                  <a:pt x="20250" y="6943"/>
                  <a:pt x="20250" y="6943"/>
                </a:cubicBezTo>
                <a:cubicBezTo>
                  <a:pt x="20250" y="18514"/>
                  <a:pt x="20250" y="18514"/>
                  <a:pt x="20250" y="18514"/>
                </a:cubicBezTo>
                <a:close/>
              </a:path>
            </a:pathLst>
          </a:custGeom>
          <a:solidFill>
            <a:srgbClr val="343131"/>
          </a:solidFill>
          <a:ln w="12700">
            <a:miter lim="400000"/>
          </a:ln>
        </p:spPr>
        <p:txBody>
          <a:bodyPr lIns="22860" rIns="22860"/>
          <a:lstStyle/>
          <a:p>
            <a:pPr defTabSz="1219200">
              <a:defRPr sz="4800">
                <a:solidFill>
                  <a:srgbClr val="27282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2400"/>
          </a:p>
        </p:txBody>
      </p:sp>
      <p:sp>
        <p:nvSpPr>
          <p:cNvPr id="103" name="稻壳儿春秋广告/盗版必究        原创来源：http://chn.docer.com/works?userid=199329941#!/work_time"/>
          <p:cNvSpPr/>
          <p:nvPr/>
        </p:nvSpPr>
        <p:spPr>
          <a:xfrm>
            <a:off x="8289504" y="4323759"/>
            <a:ext cx="389353" cy="316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75" y="21600"/>
                </a:moveTo>
                <a:cubicBezTo>
                  <a:pt x="2025" y="21600"/>
                  <a:pt x="2025" y="21600"/>
                  <a:pt x="2025" y="21600"/>
                </a:cubicBezTo>
                <a:cubicBezTo>
                  <a:pt x="844" y="21600"/>
                  <a:pt x="0" y="20562"/>
                  <a:pt x="0" y="19108"/>
                </a:cubicBezTo>
                <a:cubicBezTo>
                  <a:pt x="0" y="5815"/>
                  <a:pt x="0" y="5815"/>
                  <a:pt x="0" y="5815"/>
                </a:cubicBezTo>
                <a:cubicBezTo>
                  <a:pt x="0" y="4362"/>
                  <a:pt x="844" y="3323"/>
                  <a:pt x="2025" y="3323"/>
                </a:cubicBezTo>
                <a:cubicBezTo>
                  <a:pt x="2025" y="3323"/>
                  <a:pt x="2363" y="3323"/>
                  <a:pt x="4725" y="3323"/>
                </a:cubicBezTo>
                <a:cubicBezTo>
                  <a:pt x="5400" y="3323"/>
                  <a:pt x="6750" y="0"/>
                  <a:pt x="7425" y="0"/>
                </a:cubicBezTo>
                <a:cubicBezTo>
                  <a:pt x="9113" y="0"/>
                  <a:pt x="12488" y="0"/>
                  <a:pt x="14175" y="0"/>
                </a:cubicBezTo>
                <a:cubicBezTo>
                  <a:pt x="14850" y="0"/>
                  <a:pt x="16200" y="3323"/>
                  <a:pt x="16875" y="3323"/>
                </a:cubicBezTo>
                <a:cubicBezTo>
                  <a:pt x="19238" y="3323"/>
                  <a:pt x="19575" y="3323"/>
                  <a:pt x="19575" y="3323"/>
                </a:cubicBezTo>
                <a:cubicBezTo>
                  <a:pt x="20756" y="3323"/>
                  <a:pt x="21600" y="4362"/>
                  <a:pt x="21600" y="5815"/>
                </a:cubicBezTo>
                <a:cubicBezTo>
                  <a:pt x="21600" y="19108"/>
                  <a:pt x="21600" y="19108"/>
                  <a:pt x="21600" y="19108"/>
                </a:cubicBezTo>
                <a:cubicBezTo>
                  <a:pt x="21600" y="20562"/>
                  <a:pt x="20756" y="21600"/>
                  <a:pt x="19575" y="21600"/>
                </a:cubicBezTo>
                <a:close/>
                <a:moveTo>
                  <a:pt x="20250" y="6646"/>
                </a:moveTo>
                <a:cubicBezTo>
                  <a:pt x="20250" y="5815"/>
                  <a:pt x="19575" y="4985"/>
                  <a:pt x="18900" y="4985"/>
                </a:cubicBezTo>
                <a:cubicBezTo>
                  <a:pt x="18900" y="4985"/>
                  <a:pt x="18225" y="4985"/>
                  <a:pt x="16200" y="4985"/>
                </a:cubicBezTo>
                <a:cubicBezTo>
                  <a:pt x="15525" y="4985"/>
                  <a:pt x="14175" y="1662"/>
                  <a:pt x="13500" y="1662"/>
                </a:cubicBezTo>
                <a:cubicBezTo>
                  <a:pt x="11813" y="1662"/>
                  <a:pt x="9788" y="1662"/>
                  <a:pt x="8100" y="1662"/>
                </a:cubicBezTo>
                <a:cubicBezTo>
                  <a:pt x="7425" y="1662"/>
                  <a:pt x="6075" y="4985"/>
                  <a:pt x="5400" y="4985"/>
                </a:cubicBezTo>
                <a:cubicBezTo>
                  <a:pt x="3375" y="4985"/>
                  <a:pt x="2700" y="4985"/>
                  <a:pt x="2700" y="4985"/>
                </a:cubicBezTo>
                <a:cubicBezTo>
                  <a:pt x="2025" y="4985"/>
                  <a:pt x="1350" y="5815"/>
                  <a:pt x="1350" y="6646"/>
                </a:cubicBezTo>
                <a:cubicBezTo>
                  <a:pt x="1350" y="18277"/>
                  <a:pt x="1350" y="18277"/>
                  <a:pt x="1350" y="18277"/>
                </a:cubicBezTo>
                <a:cubicBezTo>
                  <a:pt x="1350" y="19315"/>
                  <a:pt x="2025" y="19938"/>
                  <a:pt x="2700" y="19938"/>
                </a:cubicBezTo>
                <a:cubicBezTo>
                  <a:pt x="18900" y="19938"/>
                  <a:pt x="18900" y="19938"/>
                  <a:pt x="18900" y="19938"/>
                </a:cubicBezTo>
                <a:cubicBezTo>
                  <a:pt x="19575" y="19938"/>
                  <a:pt x="20250" y="19315"/>
                  <a:pt x="20250" y="18277"/>
                </a:cubicBezTo>
                <a:cubicBezTo>
                  <a:pt x="20250" y="6646"/>
                  <a:pt x="20250" y="6646"/>
                  <a:pt x="20250" y="6646"/>
                </a:cubicBezTo>
                <a:close/>
                <a:moveTo>
                  <a:pt x="10800" y="17446"/>
                </a:moveTo>
                <a:cubicBezTo>
                  <a:pt x="8269" y="17446"/>
                  <a:pt x="6075" y="14954"/>
                  <a:pt x="6075" y="11631"/>
                </a:cubicBezTo>
                <a:cubicBezTo>
                  <a:pt x="6075" y="8515"/>
                  <a:pt x="8269" y="5815"/>
                  <a:pt x="10800" y="5815"/>
                </a:cubicBezTo>
                <a:cubicBezTo>
                  <a:pt x="13331" y="5815"/>
                  <a:pt x="15525" y="8515"/>
                  <a:pt x="15525" y="11631"/>
                </a:cubicBezTo>
                <a:cubicBezTo>
                  <a:pt x="15525" y="14954"/>
                  <a:pt x="13331" y="17446"/>
                  <a:pt x="10800" y="17446"/>
                </a:cubicBezTo>
                <a:close/>
                <a:moveTo>
                  <a:pt x="10800" y="7477"/>
                </a:moveTo>
                <a:cubicBezTo>
                  <a:pt x="8944" y="7477"/>
                  <a:pt x="7425" y="9346"/>
                  <a:pt x="7425" y="11631"/>
                </a:cubicBezTo>
                <a:cubicBezTo>
                  <a:pt x="7425" y="13915"/>
                  <a:pt x="8944" y="15785"/>
                  <a:pt x="10800" y="15785"/>
                </a:cubicBezTo>
                <a:cubicBezTo>
                  <a:pt x="12656" y="15785"/>
                  <a:pt x="14175" y="13915"/>
                  <a:pt x="14175" y="11631"/>
                </a:cubicBezTo>
                <a:cubicBezTo>
                  <a:pt x="14175" y="9346"/>
                  <a:pt x="12656" y="7477"/>
                  <a:pt x="10800" y="7477"/>
                </a:cubicBezTo>
                <a:close/>
              </a:path>
            </a:pathLst>
          </a:custGeom>
          <a:solidFill>
            <a:srgbClr val="343131"/>
          </a:solidFill>
          <a:ln w="12700">
            <a:miter lim="400000"/>
          </a:ln>
        </p:spPr>
        <p:txBody>
          <a:bodyPr lIns="22860" rIns="22860"/>
          <a:lstStyle/>
          <a:p>
            <a:pPr defTabSz="1219200">
              <a:defRPr sz="4800">
                <a:solidFill>
                  <a:srgbClr val="27282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2400"/>
          </a:p>
        </p:txBody>
      </p:sp>
      <p:sp>
        <p:nvSpPr>
          <p:cNvPr id="104" name="稻壳儿春秋广告/盗版必究        原创来源：http://chn.docer.com/works?userid=199329941#!/work_time"/>
          <p:cNvSpPr/>
          <p:nvPr/>
        </p:nvSpPr>
        <p:spPr>
          <a:xfrm>
            <a:off x="3513147" y="4371358"/>
            <a:ext cx="389353" cy="3649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3140"/>
                </a:moveTo>
                <a:cubicBezTo>
                  <a:pt x="20250" y="10080"/>
                  <a:pt x="20250" y="10080"/>
                  <a:pt x="20250" y="10080"/>
                </a:cubicBezTo>
                <a:cubicBezTo>
                  <a:pt x="20250" y="4500"/>
                  <a:pt x="16031" y="0"/>
                  <a:pt x="10800" y="0"/>
                </a:cubicBezTo>
                <a:cubicBezTo>
                  <a:pt x="5569" y="0"/>
                  <a:pt x="1350" y="4500"/>
                  <a:pt x="1350" y="10080"/>
                </a:cubicBezTo>
                <a:cubicBezTo>
                  <a:pt x="1350" y="13140"/>
                  <a:pt x="1350" y="13140"/>
                  <a:pt x="1350" y="13140"/>
                </a:cubicBezTo>
                <a:cubicBezTo>
                  <a:pt x="506" y="13860"/>
                  <a:pt x="0" y="14940"/>
                  <a:pt x="0" y="16200"/>
                </a:cubicBezTo>
                <a:cubicBezTo>
                  <a:pt x="0" y="18360"/>
                  <a:pt x="1519" y="20160"/>
                  <a:pt x="3544" y="20160"/>
                </a:cubicBezTo>
                <a:cubicBezTo>
                  <a:pt x="3713" y="21060"/>
                  <a:pt x="4556" y="21600"/>
                  <a:pt x="5400" y="21600"/>
                </a:cubicBezTo>
                <a:cubicBezTo>
                  <a:pt x="6581" y="21600"/>
                  <a:pt x="7425" y="20700"/>
                  <a:pt x="7425" y="19440"/>
                </a:cubicBezTo>
                <a:cubicBezTo>
                  <a:pt x="7425" y="12960"/>
                  <a:pt x="7425" y="12960"/>
                  <a:pt x="7425" y="12960"/>
                </a:cubicBezTo>
                <a:cubicBezTo>
                  <a:pt x="7425" y="11700"/>
                  <a:pt x="6581" y="10800"/>
                  <a:pt x="5400" y="10800"/>
                </a:cubicBezTo>
                <a:cubicBezTo>
                  <a:pt x="4556" y="10800"/>
                  <a:pt x="3713" y="11340"/>
                  <a:pt x="3544" y="12240"/>
                </a:cubicBezTo>
                <a:cubicBezTo>
                  <a:pt x="3206" y="12240"/>
                  <a:pt x="3038" y="12240"/>
                  <a:pt x="2700" y="12420"/>
                </a:cubicBezTo>
                <a:cubicBezTo>
                  <a:pt x="2700" y="10080"/>
                  <a:pt x="2700" y="10080"/>
                  <a:pt x="2700" y="10080"/>
                </a:cubicBezTo>
                <a:cubicBezTo>
                  <a:pt x="2700" y="5400"/>
                  <a:pt x="6244" y="1440"/>
                  <a:pt x="10800" y="1440"/>
                </a:cubicBezTo>
                <a:cubicBezTo>
                  <a:pt x="15356" y="1440"/>
                  <a:pt x="18900" y="5400"/>
                  <a:pt x="18900" y="10080"/>
                </a:cubicBezTo>
                <a:cubicBezTo>
                  <a:pt x="18900" y="12420"/>
                  <a:pt x="18900" y="12420"/>
                  <a:pt x="18900" y="12420"/>
                </a:cubicBezTo>
                <a:cubicBezTo>
                  <a:pt x="18562" y="12240"/>
                  <a:pt x="18394" y="12240"/>
                  <a:pt x="18056" y="12240"/>
                </a:cubicBezTo>
                <a:cubicBezTo>
                  <a:pt x="17888" y="11340"/>
                  <a:pt x="17044" y="10800"/>
                  <a:pt x="16200" y="10800"/>
                </a:cubicBezTo>
                <a:cubicBezTo>
                  <a:pt x="15019" y="10800"/>
                  <a:pt x="14175" y="11700"/>
                  <a:pt x="14175" y="12960"/>
                </a:cubicBezTo>
                <a:cubicBezTo>
                  <a:pt x="14175" y="19440"/>
                  <a:pt x="14175" y="19440"/>
                  <a:pt x="14175" y="19440"/>
                </a:cubicBezTo>
                <a:cubicBezTo>
                  <a:pt x="14175" y="20700"/>
                  <a:pt x="15019" y="21600"/>
                  <a:pt x="16200" y="21600"/>
                </a:cubicBezTo>
                <a:cubicBezTo>
                  <a:pt x="17044" y="21600"/>
                  <a:pt x="17888" y="21060"/>
                  <a:pt x="18056" y="20160"/>
                </a:cubicBezTo>
                <a:cubicBezTo>
                  <a:pt x="20081" y="20160"/>
                  <a:pt x="21600" y="18360"/>
                  <a:pt x="21600" y="16200"/>
                </a:cubicBezTo>
                <a:cubicBezTo>
                  <a:pt x="21600" y="14940"/>
                  <a:pt x="21094" y="13860"/>
                  <a:pt x="20250" y="13140"/>
                </a:cubicBezTo>
                <a:close/>
                <a:moveTo>
                  <a:pt x="4725" y="12960"/>
                </a:moveTo>
                <a:cubicBezTo>
                  <a:pt x="4725" y="12600"/>
                  <a:pt x="5062" y="12240"/>
                  <a:pt x="5400" y="12240"/>
                </a:cubicBezTo>
                <a:cubicBezTo>
                  <a:pt x="5738" y="12240"/>
                  <a:pt x="6075" y="12600"/>
                  <a:pt x="6075" y="12960"/>
                </a:cubicBezTo>
                <a:cubicBezTo>
                  <a:pt x="6075" y="19440"/>
                  <a:pt x="6075" y="19440"/>
                  <a:pt x="6075" y="19440"/>
                </a:cubicBezTo>
                <a:cubicBezTo>
                  <a:pt x="6075" y="19800"/>
                  <a:pt x="5738" y="20160"/>
                  <a:pt x="5400" y="20160"/>
                </a:cubicBezTo>
                <a:cubicBezTo>
                  <a:pt x="5062" y="20160"/>
                  <a:pt x="4725" y="19800"/>
                  <a:pt x="4725" y="19440"/>
                </a:cubicBezTo>
                <a:cubicBezTo>
                  <a:pt x="4725" y="12960"/>
                  <a:pt x="4725" y="12960"/>
                  <a:pt x="4725" y="12960"/>
                </a:cubicBezTo>
                <a:close/>
                <a:moveTo>
                  <a:pt x="3375" y="13680"/>
                </a:moveTo>
                <a:cubicBezTo>
                  <a:pt x="3375" y="18720"/>
                  <a:pt x="3375" y="18720"/>
                  <a:pt x="3375" y="18720"/>
                </a:cubicBezTo>
                <a:cubicBezTo>
                  <a:pt x="2194" y="18540"/>
                  <a:pt x="1350" y="17460"/>
                  <a:pt x="1350" y="16200"/>
                </a:cubicBezTo>
                <a:cubicBezTo>
                  <a:pt x="1350" y="14940"/>
                  <a:pt x="2194" y="14040"/>
                  <a:pt x="3375" y="13680"/>
                </a:cubicBezTo>
                <a:close/>
                <a:moveTo>
                  <a:pt x="16875" y="19440"/>
                </a:moveTo>
                <a:cubicBezTo>
                  <a:pt x="16875" y="19800"/>
                  <a:pt x="16538" y="20160"/>
                  <a:pt x="16200" y="20160"/>
                </a:cubicBezTo>
                <a:cubicBezTo>
                  <a:pt x="15862" y="20160"/>
                  <a:pt x="15525" y="19800"/>
                  <a:pt x="15525" y="19440"/>
                </a:cubicBezTo>
                <a:cubicBezTo>
                  <a:pt x="15525" y="12960"/>
                  <a:pt x="15525" y="12960"/>
                  <a:pt x="15525" y="12960"/>
                </a:cubicBezTo>
                <a:cubicBezTo>
                  <a:pt x="15525" y="12600"/>
                  <a:pt x="15862" y="12240"/>
                  <a:pt x="16200" y="12240"/>
                </a:cubicBezTo>
                <a:cubicBezTo>
                  <a:pt x="16538" y="12240"/>
                  <a:pt x="16875" y="12600"/>
                  <a:pt x="16875" y="12960"/>
                </a:cubicBezTo>
                <a:cubicBezTo>
                  <a:pt x="16875" y="19440"/>
                  <a:pt x="16875" y="19440"/>
                  <a:pt x="16875" y="19440"/>
                </a:cubicBezTo>
                <a:close/>
                <a:moveTo>
                  <a:pt x="18225" y="18720"/>
                </a:moveTo>
                <a:cubicBezTo>
                  <a:pt x="18225" y="13680"/>
                  <a:pt x="18225" y="13680"/>
                  <a:pt x="18225" y="13680"/>
                </a:cubicBezTo>
                <a:cubicBezTo>
                  <a:pt x="19406" y="14040"/>
                  <a:pt x="20250" y="14940"/>
                  <a:pt x="20250" y="16200"/>
                </a:cubicBezTo>
                <a:cubicBezTo>
                  <a:pt x="20250" y="17460"/>
                  <a:pt x="19406" y="18540"/>
                  <a:pt x="18225" y="18720"/>
                </a:cubicBezTo>
                <a:close/>
              </a:path>
            </a:pathLst>
          </a:custGeom>
          <a:solidFill>
            <a:srgbClr val="343131"/>
          </a:solidFill>
          <a:ln w="12700">
            <a:miter lim="400000"/>
          </a:ln>
        </p:spPr>
        <p:txBody>
          <a:bodyPr lIns="22860" rIns="22860"/>
          <a:lstStyle/>
          <a:p>
            <a:pPr defTabSz="1219200">
              <a:defRPr sz="4800">
                <a:solidFill>
                  <a:srgbClr val="27282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稻壳儿春秋广告/盗版必究        原创来源：http://chn.docer.com/works?userid=199329941#!/work_time"/>
          <p:cNvSpPr/>
          <p:nvPr>
            <p:custDataLst>
              <p:tags r:id="rId1"/>
            </p:custDataLst>
          </p:nvPr>
        </p:nvSpPr>
        <p:spPr>
          <a:xfrm>
            <a:off x="6656339" y="1215697"/>
            <a:ext cx="734518" cy="734518"/>
          </a:xfrm>
          <a:prstGeom prst="ellipse">
            <a:avLst/>
          </a:prstGeom>
          <a:solidFill>
            <a:srgbClr val="FABF24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343131"/>
              </a:solidFill>
            </a:endParaRPr>
          </a:p>
        </p:txBody>
      </p:sp>
      <p:sp>
        <p:nvSpPr>
          <p:cNvPr id="65" name="稻壳儿春秋广告/盗版必究        原创来源：http://chn.docer.com/works?userid=199329941#!/work_time"/>
          <p:cNvSpPr/>
          <p:nvPr>
            <p:custDataLst>
              <p:tags r:id="rId2"/>
            </p:custDataLst>
          </p:nvPr>
        </p:nvSpPr>
        <p:spPr>
          <a:xfrm>
            <a:off x="6656339" y="2446393"/>
            <a:ext cx="734518" cy="734518"/>
          </a:xfrm>
          <a:prstGeom prst="ellipse">
            <a:avLst/>
          </a:prstGeom>
          <a:solidFill>
            <a:srgbClr val="FABF24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343131"/>
              </a:solidFill>
            </a:endParaRPr>
          </a:p>
        </p:txBody>
      </p:sp>
      <p:sp>
        <p:nvSpPr>
          <p:cNvPr id="69" name="稻壳儿春秋广告/盗版必究        原创来源：http://chn.docer.com/works?userid=199329941#!/work_time"/>
          <p:cNvSpPr/>
          <p:nvPr>
            <p:custDataLst>
              <p:tags r:id="rId3"/>
            </p:custDataLst>
          </p:nvPr>
        </p:nvSpPr>
        <p:spPr>
          <a:xfrm>
            <a:off x="6656339" y="3677089"/>
            <a:ext cx="734518" cy="734518"/>
          </a:xfrm>
          <a:prstGeom prst="ellipse">
            <a:avLst/>
          </a:prstGeom>
          <a:solidFill>
            <a:srgbClr val="FABF24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343131"/>
              </a:solidFill>
            </a:endParaRPr>
          </a:p>
        </p:txBody>
      </p:sp>
      <p:sp>
        <p:nvSpPr>
          <p:cNvPr id="73" name="稻壳儿春秋广告/盗版必究        原创来源：http://chn.docer.com/works?userid=199329941#!/work_time"/>
          <p:cNvSpPr/>
          <p:nvPr>
            <p:custDataLst>
              <p:tags r:id="rId4"/>
            </p:custDataLst>
          </p:nvPr>
        </p:nvSpPr>
        <p:spPr>
          <a:xfrm>
            <a:off x="6656339" y="4907786"/>
            <a:ext cx="734518" cy="734518"/>
          </a:xfrm>
          <a:prstGeom prst="ellipse">
            <a:avLst/>
          </a:prstGeom>
          <a:solidFill>
            <a:srgbClr val="FABF24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343131"/>
              </a:solidFill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626293" y="0"/>
            <a:ext cx="1554099" cy="2539871"/>
            <a:chOff x="2858262" y="-42234"/>
            <a:chExt cx="1554099" cy="2539871"/>
          </a:xfrm>
        </p:grpSpPr>
        <p:sp>
          <p:nvSpPr>
            <p:cNvPr id="32" name="稻壳儿春秋广告/盗版必究        原创来源：http://chn.docer.com/works?userid=199329941#!/work_time"/>
            <p:cNvSpPr/>
            <p:nvPr/>
          </p:nvSpPr>
          <p:spPr bwMode="auto">
            <a:xfrm>
              <a:off x="3432695" y="781157"/>
              <a:ext cx="423716" cy="350066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33" name="稻壳儿春秋广告/盗版必究        原创来源：http://chn.docer.com/works?userid=199329941#!/work_time"/>
            <p:cNvSpPr/>
            <p:nvPr/>
          </p:nvSpPr>
          <p:spPr bwMode="auto">
            <a:xfrm>
              <a:off x="2939309" y="1345926"/>
              <a:ext cx="176311" cy="133655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稻壳儿春秋广告/盗版必究        原创来源：http://chn.docer.com/works?userid=199329941#!/work_time"/>
            <p:cNvSpPr/>
            <p:nvPr/>
          </p:nvSpPr>
          <p:spPr bwMode="auto">
            <a:xfrm>
              <a:off x="4173488" y="1343082"/>
              <a:ext cx="176311" cy="133655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稻壳儿春秋广告/盗版必究        原创来源：http://chn.docer.com/works?userid=199329941#!/work_time"/>
            <p:cNvSpPr/>
            <p:nvPr/>
          </p:nvSpPr>
          <p:spPr bwMode="auto">
            <a:xfrm>
              <a:off x="2858262" y="1817985"/>
              <a:ext cx="203327" cy="106640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稻壳儿春秋广告/盗版必究        原创来源：http://chn.docer.com/works?userid=199329941#!/work_time"/>
            <p:cNvSpPr/>
            <p:nvPr/>
          </p:nvSpPr>
          <p:spPr bwMode="auto">
            <a:xfrm>
              <a:off x="4227519" y="1810876"/>
              <a:ext cx="184842" cy="108062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稻壳儿春秋广告/盗版必究        原创来源：http://chn.docer.com/works?userid=199329941#!/work_time"/>
            <p:cNvSpPr/>
            <p:nvPr/>
          </p:nvSpPr>
          <p:spPr bwMode="auto">
            <a:xfrm>
              <a:off x="3134104" y="2172029"/>
              <a:ext cx="154984" cy="170624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稻壳儿春秋广告/盗版必究        原创来源：http://chn.docer.com/works?userid=199329941#!/work_time"/>
            <p:cNvSpPr/>
            <p:nvPr/>
          </p:nvSpPr>
          <p:spPr bwMode="auto">
            <a:xfrm>
              <a:off x="4005708" y="2174873"/>
              <a:ext cx="149296" cy="167780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稻壳儿春秋广告/盗版必究        原创来源：http://chn.docer.com/works?userid=199329941#!/work_time"/>
            <p:cNvSpPr/>
            <p:nvPr/>
          </p:nvSpPr>
          <p:spPr bwMode="auto">
            <a:xfrm>
              <a:off x="3606163" y="2315638"/>
              <a:ext cx="76781" cy="181999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稻壳儿春秋广告/盗版必究        原创来源：http://chn.docer.com/works?userid=199329941#!/work_time"/>
            <p:cNvSpPr/>
            <p:nvPr/>
          </p:nvSpPr>
          <p:spPr bwMode="auto">
            <a:xfrm>
              <a:off x="3145479" y="1152552"/>
              <a:ext cx="998149" cy="1073509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1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3633179" y="-42234"/>
              <a:ext cx="22750" cy="850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123465" y="0"/>
            <a:ext cx="1735138" cy="4695712"/>
            <a:chOff x="2123465" y="0"/>
            <a:chExt cx="1735138" cy="4695712"/>
          </a:xfrm>
        </p:grpSpPr>
        <p:sp>
          <p:nvSpPr>
            <p:cNvPr id="26" name="稻壳儿春秋广告/盗版必究        原创来源：http://chn.docer.com/works?userid=199329941#!/work_time"/>
            <p:cNvSpPr/>
            <p:nvPr/>
          </p:nvSpPr>
          <p:spPr bwMode="auto">
            <a:xfrm>
              <a:off x="2764815" y="2779278"/>
              <a:ext cx="473075" cy="390846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1" name="稻壳儿春秋广告/盗版必究        原创来源：http://chn.docer.com/works?userid=199329941#!/work_time"/>
            <p:cNvSpPr/>
            <p:nvPr/>
          </p:nvSpPr>
          <p:spPr bwMode="auto">
            <a:xfrm>
              <a:off x="2213953" y="3409837"/>
              <a:ext cx="196850" cy="149225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稻壳儿春秋广告/盗版必究        原创来源：http://chn.docer.com/works?userid=199329941#!/work_time"/>
            <p:cNvSpPr/>
            <p:nvPr/>
          </p:nvSpPr>
          <p:spPr bwMode="auto">
            <a:xfrm>
              <a:off x="3591903" y="3406662"/>
              <a:ext cx="196850" cy="149225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稻壳儿春秋广告/盗版必究        原创来源：http://chn.docer.com/works?userid=199329941#!/work_time"/>
            <p:cNvSpPr/>
            <p:nvPr/>
          </p:nvSpPr>
          <p:spPr bwMode="auto">
            <a:xfrm>
              <a:off x="2123465" y="3936887"/>
              <a:ext cx="227013" cy="119063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稻壳儿春秋广告/盗版必究        原创来源：http://chn.docer.com/works?userid=199329941#!/work_time"/>
            <p:cNvSpPr/>
            <p:nvPr/>
          </p:nvSpPr>
          <p:spPr bwMode="auto">
            <a:xfrm>
              <a:off x="3652228" y="3928949"/>
              <a:ext cx="206375" cy="120650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稻壳儿春秋广告/盗版必究        原创来源：http://chn.docer.com/works?userid=199329941#!/work_time"/>
            <p:cNvSpPr/>
            <p:nvPr/>
          </p:nvSpPr>
          <p:spPr bwMode="auto">
            <a:xfrm>
              <a:off x="2431440" y="4332174"/>
              <a:ext cx="173038" cy="190500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稻壳儿春秋广告/盗版必究        原创来源：http://chn.docer.com/works?userid=199329941#!/work_time"/>
            <p:cNvSpPr/>
            <p:nvPr/>
          </p:nvSpPr>
          <p:spPr bwMode="auto">
            <a:xfrm>
              <a:off x="3404578" y="4335349"/>
              <a:ext cx="166688" cy="187325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稻壳儿春秋广告/盗版必究        原创来源：http://chn.docer.com/works?userid=199329941#!/work_time"/>
            <p:cNvSpPr/>
            <p:nvPr/>
          </p:nvSpPr>
          <p:spPr bwMode="auto">
            <a:xfrm>
              <a:off x="2958490" y="4492512"/>
              <a:ext cx="85725" cy="203200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稻壳儿春秋广告/盗版必究        原创来源：http://chn.docer.com/works?userid=199329941#!/work_time"/>
            <p:cNvSpPr/>
            <p:nvPr/>
          </p:nvSpPr>
          <p:spPr bwMode="auto">
            <a:xfrm>
              <a:off x="2444140" y="3193937"/>
              <a:ext cx="1114425" cy="1198563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4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2988653" y="0"/>
              <a:ext cx="25400" cy="28097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202037" y="0"/>
            <a:ext cx="1093082" cy="1706998"/>
            <a:chOff x="802465" y="-89577"/>
            <a:chExt cx="1093082" cy="1706998"/>
          </a:xfrm>
        </p:grpSpPr>
        <p:sp>
          <p:nvSpPr>
            <p:cNvPr id="43" name="稻壳儿春秋广告/盗版必究        原创来源：http://chn.docer.com/works?userid=199329941#!/work_time"/>
            <p:cNvSpPr/>
            <p:nvPr/>
          </p:nvSpPr>
          <p:spPr bwMode="auto">
            <a:xfrm>
              <a:off x="1206495" y="410128"/>
              <a:ext cx="298022" cy="246221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" name="稻壳儿春秋广告/盗版必究        原创来源：http://chn.docer.com/works?userid=199329941#!/work_time"/>
            <p:cNvSpPr/>
            <p:nvPr/>
          </p:nvSpPr>
          <p:spPr bwMode="auto">
            <a:xfrm>
              <a:off x="859470" y="807361"/>
              <a:ext cx="124009" cy="9400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稻壳儿春秋广告/盗版必究        原创来源：http://chn.docer.com/works?userid=199329941#!/work_time"/>
            <p:cNvSpPr/>
            <p:nvPr/>
          </p:nvSpPr>
          <p:spPr bwMode="auto">
            <a:xfrm>
              <a:off x="1727534" y="805360"/>
              <a:ext cx="124009" cy="9400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稻壳儿春秋广告/盗版必究        原创来源：http://chn.docer.com/works?userid=199329941#!/work_time"/>
            <p:cNvSpPr/>
            <p:nvPr/>
          </p:nvSpPr>
          <p:spPr bwMode="auto">
            <a:xfrm>
              <a:off x="802465" y="1139385"/>
              <a:ext cx="143011" cy="75006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稻壳儿春秋广告/盗版必究        原创来源：http://chn.docer.com/works?userid=199329941#!/work_time"/>
            <p:cNvSpPr/>
            <p:nvPr/>
          </p:nvSpPr>
          <p:spPr bwMode="auto">
            <a:xfrm>
              <a:off x="1765537" y="1134385"/>
              <a:ext cx="130010" cy="7600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稻壳儿春秋广告/盗版必究        原创来源：http://chn.docer.com/works?userid=199329941#!/work_time"/>
            <p:cNvSpPr/>
            <p:nvPr/>
          </p:nvSpPr>
          <p:spPr bwMode="auto">
            <a:xfrm>
              <a:off x="996479" y="1388404"/>
              <a:ext cx="109008" cy="120009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稻壳儿春秋广告/盗版必究        原创来源：http://chn.docer.com/works?userid=199329941#!/work_time"/>
            <p:cNvSpPr/>
            <p:nvPr/>
          </p:nvSpPr>
          <p:spPr bwMode="auto">
            <a:xfrm>
              <a:off x="1609526" y="1390404"/>
              <a:ext cx="105008" cy="118009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稻壳儿春秋广告/盗版必究        原创来源：http://chn.docer.com/works?userid=199329941#!/work_time"/>
            <p:cNvSpPr/>
            <p:nvPr/>
          </p:nvSpPr>
          <p:spPr bwMode="auto">
            <a:xfrm>
              <a:off x="1328504" y="1489411"/>
              <a:ext cx="54004" cy="128010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稻壳儿春秋广告/盗版必究        原创来源：http://chn.docer.com/works?userid=199329941#!/work_time"/>
            <p:cNvSpPr/>
            <p:nvPr/>
          </p:nvSpPr>
          <p:spPr bwMode="auto">
            <a:xfrm>
              <a:off x="1004480" y="671350"/>
              <a:ext cx="702052" cy="755057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3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1344131" y="-89577"/>
              <a:ext cx="22750" cy="5107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56" name="稻壳儿春秋广告/盗版必究        原创来源：http://chn.docer.com/works?userid=199329941#!/work_time"/>
          <p:cNvSpPr txBox="1"/>
          <p:nvPr>
            <p:custDataLst>
              <p:tags r:id="rId5"/>
            </p:custDataLst>
          </p:nvPr>
        </p:nvSpPr>
        <p:spPr>
          <a:xfrm>
            <a:off x="7480300" y="1388110"/>
            <a:ext cx="4467225" cy="70675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How Keycloak Extensibility Works</a:t>
            </a:r>
            <a:endParaRPr lang="en-US" sz="2000" dirty="0">
              <a:solidFill>
                <a:srgbClr val="FABF24"/>
              </a:solidFill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  <a:sym typeface="+mn-lt"/>
            </a:endParaRPr>
          </a:p>
        </p:txBody>
      </p:sp>
      <p:sp>
        <p:nvSpPr>
          <p:cNvPr id="57" name="稻壳儿春秋广告/盗版必究        原创来源：http://chn.docer.com/works?userid=199329941#!/work_time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870008" y="1382901"/>
            <a:ext cx="307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 dirty="0">
                <a:solidFill>
                  <a:srgbClr val="3431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1</a:t>
            </a:r>
            <a:endParaRPr lang="en-US" altLang="zh-CN" sz="2000" dirty="0">
              <a:solidFill>
                <a:srgbClr val="34313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3" name="稻壳儿春秋广告/盗版必究        原创来源：http://chn.docer.com/works?userid=199329941#!/work_time"/>
          <p:cNvSpPr txBox="1"/>
          <p:nvPr>
            <p:custDataLst>
              <p:tags r:id="rId7"/>
            </p:custDataLst>
          </p:nvPr>
        </p:nvSpPr>
        <p:spPr>
          <a:xfrm>
            <a:off x="7480935" y="2613660"/>
            <a:ext cx="4683760" cy="3987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Simple Customization</a:t>
            </a:r>
            <a:endParaRPr lang="en-US" altLang="zh-CN" sz="2000" dirty="0">
              <a:solidFill>
                <a:srgbClr val="FABF24"/>
              </a:solidFill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  <a:sym typeface="+mn-lt"/>
            </a:endParaRPr>
          </a:p>
        </p:txBody>
      </p:sp>
      <p:sp>
        <p:nvSpPr>
          <p:cNvPr id="64" name="稻壳儿春秋广告/盗版必究        原创来源：http://chn.docer.com/works?userid=199329941#!/work_time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870008" y="2613597"/>
            <a:ext cx="307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 dirty="0">
                <a:solidFill>
                  <a:srgbClr val="3431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2</a:t>
            </a:r>
            <a:endParaRPr lang="en-US" altLang="zh-CN" sz="2000" dirty="0">
              <a:solidFill>
                <a:srgbClr val="34313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7" name="稻壳儿春秋广告/盗版必究        原创来源：http://chn.docer.com/works?userid=199329941#!/work_time"/>
          <p:cNvSpPr txBox="1"/>
          <p:nvPr>
            <p:custDataLst>
              <p:tags r:id="rId9"/>
            </p:custDataLst>
          </p:nvPr>
        </p:nvSpPr>
        <p:spPr>
          <a:xfrm>
            <a:off x="7480935" y="3844290"/>
            <a:ext cx="4466590" cy="3987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Advanced Customization</a:t>
            </a:r>
            <a:endParaRPr lang="en-US" altLang="zh-CN" sz="2000" dirty="0">
              <a:solidFill>
                <a:srgbClr val="FABF24"/>
              </a:solidFill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  <a:sym typeface="+mn-lt"/>
            </a:endParaRPr>
          </a:p>
        </p:txBody>
      </p:sp>
      <p:sp>
        <p:nvSpPr>
          <p:cNvPr id="68" name="稻壳儿春秋广告/盗版必究        原创来源：http://chn.docer.com/works?userid=199329941#!/work_time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870008" y="3844293"/>
            <a:ext cx="307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 dirty="0">
                <a:solidFill>
                  <a:srgbClr val="3431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3</a:t>
            </a:r>
            <a:endParaRPr lang="en-US" altLang="zh-CN" sz="2000" dirty="0">
              <a:solidFill>
                <a:srgbClr val="34313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1" name="稻壳儿春秋广告/盗版必究        原创来源：http://chn.docer.com/works?userid=199329941#!/work_time"/>
          <p:cNvSpPr txBox="1"/>
          <p:nvPr>
            <p:custDataLst>
              <p:tags r:id="rId11"/>
            </p:custDataLst>
          </p:nvPr>
        </p:nvSpPr>
        <p:spPr>
          <a:xfrm>
            <a:off x="7480300" y="5074920"/>
            <a:ext cx="4467860" cy="3987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Why Keycloak?</a:t>
            </a:r>
            <a:endParaRPr lang="en-US" altLang="zh-CN" sz="2000" dirty="0">
              <a:solidFill>
                <a:srgbClr val="FABF24"/>
              </a:solidFill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  <a:sym typeface="+mn-lt"/>
            </a:endParaRPr>
          </a:p>
        </p:txBody>
      </p:sp>
      <p:sp>
        <p:nvSpPr>
          <p:cNvPr id="72" name="稻壳儿春秋广告/盗版必究        原创来源：http://chn.docer.com/works?userid=199329941#!/work_time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870008" y="5074990"/>
            <a:ext cx="307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 dirty="0">
                <a:solidFill>
                  <a:srgbClr val="3431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4</a:t>
            </a:r>
            <a:endParaRPr lang="en-US" altLang="zh-CN" sz="2000" dirty="0">
              <a:solidFill>
                <a:srgbClr val="34313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稻壳儿春秋广告/盗版必究        原创来源：http://chn.docer.com/works?userid=199329941#!/work_time"/>
          <p:cNvSpPr/>
          <p:nvPr/>
        </p:nvSpPr>
        <p:spPr bwMode="auto">
          <a:xfrm>
            <a:off x="10074520" y="3131116"/>
            <a:ext cx="473075" cy="390846"/>
          </a:xfrm>
          <a:custGeom>
            <a:avLst/>
            <a:gdLst>
              <a:gd name="connsiteX0" fmla="*/ 29984 w 473075"/>
              <a:gd name="connsiteY0" fmla="*/ 320996 h 390846"/>
              <a:gd name="connsiteX1" fmla="*/ 443092 w 473075"/>
              <a:gd name="connsiteY1" fmla="*/ 320996 h 390846"/>
              <a:gd name="connsiteX2" fmla="*/ 473075 w 473075"/>
              <a:gd name="connsiteY2" fmla="*/ 357584 h 390846"/>
              <a:gd name="connsiteX3" fmla="*/ 443092 w 473075"/>
              <a:gd name="connsiteY3" fmla="*/ 390846 h 390846"/>
              <a:gd name="connsiteX4" fmla="*/ 29984 w 473075"/>
              <a:gd name="connsiteY4" fmla="*/ 390846 h 390846"/>
              <a:gd name="connsiteX5" fmla="*/ 0 w 473075"/>
              <a:gd name="connsiteY5" fmla="*/ 357584 h 390846"/>
              <a:gd name="connsiteX6" fmla="*/ 29984 w 473075"/>
              <a:gd name="connsiteY6" fmla="*/ 320996 h 390846"/>
              <a:gd name="connsiteX7" fmla="*/ 29984 w 473075"/>
              <a:gd name="connsiteY7" fmla="*/ 227334 h 390846"/>
              <a:gd name="connsiteX8" fmla="*/ 443092 w 473075"/>
              <a:gd name="connsiteY8" fmla="*/ 227334 h 390846"/>
              <a:gd name="connsiteX9" fmla="*/ 473075 w 473075"/>
              <a:gd name="connsiteY9" fmla="*/ 260671 h 390846"/>
              <a:gd name="connsiteX10" fmla="*/ 443092 w 473075"/>
              <a:gd name="connsiteY10" fmla="*/ 294009 h 390846"/>
              <a:gd name="connsiteX11" fmla="*/ 29984 w 473075"/>
              <a:gd name="connsiteY11" fmla="*/ 294009 h 390846"/>
              <a:gd name="connsiteX12" fmla="*/ 0 w 473075"/>
              <a:gd name="connsiteY12" fmla="*/ 260671 h 390846"/>
              <a:gd name="connsiteX13" fmla="*/ 29984 w 473075"/>
              <a:gd name="connsiteY13" fmla="*/ 227334 h 390846"/>
              <a:gd name="connsiteX14" fmla="*/ 242865 w 473075"/>
              <a:gd name="connsiteY14" fmla="*/ 359 h 390846"/>
              <a:gd name="connsiteX15" fmla="*/ 319932 w 473075"/>
              <a:gd name="connsiteY15" fmla="*/ 7427 h 390846"/>
              <a:gd name="connsiteX16" fmla="*/ 353258 w 473075"/>
              <a:gd name="connsiteY16" fmla="*/ 40689 h 390846"/>
              <a:gd name="connsiteX17" fmla="*/ 396583 w 473075"/>
              <a:gd name="connsiteY17" fmla="*/ 130496 h 390846"/>
              <a:gd name="connsiteX18" fmla="*/ 443239 w 473075"/>
              <a:gd name="connsiteY18" fmla="*/ 130496 h 390846"/>
              <a:gd name="connsiteX19" fmla="*/ 469900 w 473075"/>
              <a:gd name="connsiteY19" fmla="*/ 163758 h 390846"/>
              <a:gd name="connsiteX20" fmla="*/ 443239 w 473075"/>
              <a:gd name="connsiteY20" fmla="*/ 200346 h 390846"/>
              <a:gd name="connsiteX21" fmla="*/ 29994 w 473075"/>
              <a:gd name="connsiteY21" fmla="*/ 200346 h 390846"/>
              <a:gd name="connsiteX22" fmla="*/ 0 w 473075"/>
              <a:gd name="connsiteY22" fmla="*/ 167084 h 390846"/>
              <a:gd name="connsiteX23" fmla="*/ 29994 w 473075"/>
              <a:gd name="connsiteY23" fmla="*/ 130496 h 390846"/>
              <a:gd name="connsiteX24" fmla="*/ 63320 w 473075"/>
              <a:gd name="connsiteY24" fmla="*/ 130496 h 390846"/>
              <a:gd name="connsiteX25" fmla="*/ 109977 w 473075"/>
              <a:gd name="connsiteY25" fmla="*/ 44015 h 390846"/>
              <a:gd name="connsiteX26" fmla="*/ 143303 w 473075"/>
              <a:gd name="connsiteY26" fmla="*/ 10753 h 390846"/>
              <a:gd name="connsiteX27" fmla="*/ 242865 w 473075"/>
              <a:gd name="connsiteY27" fmla="*/ 359 h 390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73075" h="390846">
                <a:moveTo>
                  <a:pt x="29984" y="320996"/>
                </a:moveTo>
                <a:cubicBezTo>
                  <a:pt x="29984" y="320996"/>
                  <a:pt x="29984" y="320996"/>
                  <a:pt x="443092" y="320996"/>
                </a:cubicBezTo>
                <a:cubicBezTo>
                  <a:pt x="459749" y="320996"/>
                  <a:pt x="473075" y="337627"/>
                  <a:pt x="473075" y="357584"/>
                </a:cubicBezTo>
                <a:cubicBezTo>
                  <a:pt x="473075" y="374215"/>
                  <a:pt x="459749" y="390846"/>
                  <a:pt x="443092" y="390846"/>
                </a:cubicBezTo>
                <a:cubicBezTo>
                  <a:pt x="443092" y="390846"/>
                  <a:pt x="443092" y="390846"/>
                  <a:pt x="29984" y="390846"/>
                </a:cubicBezTo>
                <a:cubicBezTo>
                  <a:pt x="13326" y="390846"/>
                  <a:pt x="0" y="374215"/>
                  <a:pt x="0" y="357584"/>
                </a:cubicBezTo>
                <a:cubicBezTo>
                  <a:pt x="0" y="337627"/>
                  <a:pt x="13326" y="320996"/>
                  <a:pt x="29984" y="320996"/>
                </a:cubicBezTo>
                <a:close/>
                <a:moveTo>
                  <a:pt x="29984" y="227334"/>
                </a:moveTo>
                <a:cubicBezTo>
                  <a:pt x="29984" y="227334"/>
                  <a:pt x="29984" y="227334"/>
                  <a:pt x="443092" y="227334"/>
                </a:cubicBezTo>
                <a:cubicBezTo>
                  <a:pt x="459749" y="227334"/>
                  <a:pt x="469744" y="240669"/>
                  <a:pt x="473075" y="260671"/>
                </a:cubicBezTo>
                <a:cubicBezTo>
                  <a:pt x="473075" y="280674"/>
                  <a:pt x="459749" y="294009"/>
                  <a:pt x="443092" y="294009"/>
                </a:cubicBezTo>
                <a:cubicBezTo>
                  <a:pt x="443092" y="294009"/>
                  <a:pt x="443092" y="294009"/>
                  <a:pt x="29984" y="294009"/>
                </a:cubicBezTo>
                <a:cubicBezTo>
                  <a:pt x="13326" y="294009"/>
                  <a:pt x="0" y="280674"/>
                  <a:pt x="0" y="260671"/>
                </a:cubicBezTo>
                <a:cubicBezTo>
                  <a:pt x="0" y="244003"/>
                  <a:pt x="13326" y="227334"/>
                  <a:pt x="29984" y="227334"/>
                </a:cubicBezTo>
                <a:close/>
                <a:moveTo>
                  <a:pt x="242865" y="359"/>
                </a:moveTo>
                <a:cubicBezTo>
                  <a:pt x="280774" y="1606"/>
                  <a:pt x="314933" y="5764"/>
                  <a:pt x="319932" y="7427"/>
                </a:cubicBezTo>
                <a:cubicBezTo>
                  <a:pt x="329930" y="10753"/>
                  <a:pt x="353258" y="40689"/>
                  <a:pt x="353258" y="40689"/>
                </a:cubicBezTo>
                <a:cubicBezTo>
                  <a:pt x="353258" y="40689"/>
                  <a:pt x="353258" y="40689"/>
                  <a:pt x="396583" y="130496"/>
                </a:cubicBezTo>
                <a:cubicBezTo>
                  <a:pt x="396583" y="130496"/>
                  <a:pt x="396583" y="130496"/>
                  <a:pt x="443239" y="130496"/>
                </a:cubicBezTo>
                <a:cubicBezTo>
                  <a:pt x="456570" y="130496"/>
                  <a:pt x="469900" y="147127"/>
                  <a:pt x="469900" y="163758"/>
                </a:cubicBezTo>
                <a:cubicBezTo>
                  <a:pt x="469900" y="183715"/>
                  <a:pt x="456570" y="200346"/>
                  <a:pt x="443239" y="200346"/>
                </a:cubicBezTo>
                <a:cubicBezTo>
                  <a:pt x="443239" y="200346"/>
                  <a:pt x="443239" y="200346"/>
                  <a:pt x="29994" y="200346"/>
                </a:cubicBezTo>
                <a:cubicBezTo>
                  <a:pt x="13331" y="200346"/>
                  <a:pt x="0" y="183715"/>
                  <a:pt x="0" y="167084"/>
                </a:cubicBezTo>
                <a:cubicBezTo>
                  <a:pt x="0" y="147127"/>
                  <a:pt x="13331" y="130496"/>
                  <a:pt x="29994" y="130496"/>
                </a:cubicBezTo>
                <a:cubicBezTo>
                  <a:pt x="29994" y="130496"/>
                  <a:pt x="29994" y="130496"/>
                  <a:pt x="63320" y="130496"/>
                </a:cubicBezTo>
                <a:cubicBezTo>
                  <a:pt x="73318" y="110539"/>
                  <a:pt x="96646" y="67298"/>
                  <a:pt x="109977" y="44015"/>
                </a:cubicBezTo>
                <a:cubicBezTo>
                  <a:pt x="123307" y="14079"/>
                  <a:pt x="143303" y="10753"/>
                  <a:pt x="143303" y="10753"/>
                </a:cubicBezTo>
                <a:cubicBezTo>
                  <a:pt x="163299" y="775"/>
                  <a:pt x="204957" y="-889"/>
                  <a:pt x="242865" y="359"/>
                </a:cubicBezTo>
                <a:close/>
              </a:path>
            </a:pathLst>
          </a:custGeom>
          <a:solidFill>
            <a:srgbClr val="F7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1" name="稻壳儿春秋广告/盗版必究        原创来源：http://chn.docer.com/works?userid=199329941#!/work_time"/>
          <p:cNvSpPr/>
          <p:nvPr/>
        </p:nvSpPr>
        <p:spPr bwMode="auto">
          <a:xfrm>
            <a:off x="9523658" y="3761675"/>
            <a:ext cx="196850" cy="149225"/>
          </a:xfrm>
          <a:custGeom>
            <a:avLst/>
            <a:gdLst>
              <a:gd name="T0" fmla="*/ 7 w 59"/>
              <a:gd name="T1" fmla="*/ 26 h 45"/>
              <a:gd name="T2" fmla="*/ 38 w 59"/>
              <a:gd name="T3" fmla="*/ 42 h 45"/>
              <a:gd name="T4" fmla="*/ 56 w 59"/>
              <a:gd name="T5" fmla="*/ 37 h 45"/>
              <a:gd name="T6" fmla="*/ 56 w 59"/>
              <a:gd name="T7" fmla="*/ 37 h 45"/>
              <a:gd name="T8" fmla="*/ 51 w 59"/>
              <a:gd name="T9" fmla="*/ 19 h 45"/>
              <a:gd name="T10" fmla="*/ 20 w 59"/>
              <a:gd name="T11" fmla="*/ 3 h 45"/>
              <a:gd name="T12" fmla="*/ 2 w 59"/>
              <a:gd name="T13" fmla="*/ 8 h 45"/>
              <a:gd name="T14" fmla="*/ 0 w 59"/>
              <a:gd name="T15" fmla="*/ 15 h 45"/>
              <a:gd name="T16" fmla="*/ 7 w 59"/>
              <a:gd name="T17" fmla="*/ 26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" h="45">
                <a:moveTo>
                  <a:pt x="7" y="26"/>
                </a:moveTo>
                <a:cubicBezTo>
                  <a:pt x="17" y="31"/>
                  <a:pt x="28" y="36"/>
                  <a:pt x="38" y="42"/>
                </a:cubicBezTo>
                <a:cubicBezTo>
                  <a:pt x="44" y="45"/>
                  <a:pt x="53" y="43"/>
                  <a:pt x="56" y="37"/>
                </a:cubicBezTo>
                <a:cubicBezTo>
                  <a:pt x="56" y="37"/>
                  <a:pt x="56" y="37"/>
                  <a:pt x="56" y="37"/>
                </a:cubicBezTo>
                <a:cubicBezTo>
                  <a:pt x="59" y="30"/>
                  <a:pt x="58" y="22"/>
                  <a:pt x="51" y="19"/>
                </a:cubicBezTo>
                <a:cubicBezTo>
                  <a:pt x="41" y="13"/>
                  <a:pt x="30" y="8"/>
                  <a:pt x="20" y="3"/>
                </a:cubicBezTo>
                <a:cubicBezTo>
                  <a:pt x="14" y="0"/>
                  <a:pt x="5" y="2"/>
                  <a:pt x="2" y="8"/>
                </a:cubicBezTo>
                <a:cubicBezTo>
                  <a:pt x="1" y="10"/>
                  <a:pt x="0" y="13"/>
                  <a:pt x="0" y="15"/>
                </a:cubicBezTo>
                <a:cubicBezTo>
                  <a:pt x="1" y="20"/>
                  <a:pt x="3" y="24"/>
                  <a:pt x="7" y="26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稻壳儿春秋广告/盗版必究        原创来源：http://chn.docer.com/works?userid=199329941#!/work_time"/>
          <p:cNvSpPr/>
          <p:nvPr/>
        </p:nvSpPr>
        <p:spPr bwMode="auto">
          <a:xfrm>
            <a:off x="10901608" y="3758500"/>
            <a:ext cx="196850" cy="149225"/>
          </a:xfrm>
          <a:custGeom>
            <a:avLst/>
            <a:gdLst>
              <a:gd name="T0" fmla="*/ 3 w 59"/>
              <a:gd name="T1" fmla="*/ 38 h 45"/>
              <a:gd name="T2" fmla="*/ 21 w 59"/>
              <a:gd name="T3" fmla="*/ 42 h 45"/>
              <a:gd name="T4" fmla="*/ 52 w 59"/>
              <a:gd name="T5" fmla="*/ 26 h 45"/>
              <a:gd name="T6" fmla="*/ 59 w 59"/>
              <a:gd name="T7" fmla="*/ 16 h 45"/>
              <a:gd name="T8" fmla="*/ 57 w 59"/>
              <a:gd name="T9" fmla="*/ 8 h 45"/>
              <a:gd name="T10" fmla="*/ 39 w 59"/>
              <a:gd name="T11" fmla="*/ 4 h 45"/>
              <a:gd name="T12" fmla="*/ 8 w 59"/>
              <a:gd name="T13" fmla="*/ 19 h 45"/>
              <a:gd name="T14" fmla="*/ 3 w 59"/>
              <a:gd name="T15" fmla="*/ 37 h 45"/>
              <a:gd name="T16" fmla="*/ 3 w 59"/>
              <a:gd name="T17" fmla="*/ 38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" h="45">
                <a:moveTo>
                  <a:pt x="3" y="38"/>
                </a:moveTo>
                <a:cubicBezTo>
                  <a:pt x="6" y="44"/>
                  <a:pt x="15" y="45"/>
                  <a:pt x="21" y="42"/>
                </a:cubicBezTo>
                <a:cubicBezTo>
                  <a:pt x="31" y="37"/>
                  <a:pt x="42" y="32"/>
                  <a:pt x="52" y="26"/>
                </a:cubicBezTo>
                <a:cubicBezTo>
                  <a:pt x="56" y="24"/>
                  <a:pt x="58" y="20"/>
                  <a:pt x="59" y="16"/>
                </a:cubicBezTo>
                <a:cubicBezTo>
                  <a:pt x="59" y="13"/>
                  <a:pt x="58" y="11"/>
                  <a:pt x="57" y="8"/>
                </a:cubicBezTo>
                <a:cubicBezTo>
                  <a:pt x="54" y="2"/>
                  <a:pt x="45" y="0"/>
                  <a:pt x="39" y="4"/>
                </a:cubicBezTo>
                <a:cubicBezTo>
                  <a:pt x="28" y="9"/>
                  <a:pt x="18" y="14"/>
                  <a:pt x="8" y="19"/>
                </a:cubicBezTo>
                <a:cubicBezTo>
                  <a:pt x="1" y="23"/>
                  <a:pt x="0" y="31"/>
                  <a:pt x="3" y="37"/>
                </a:cubicBezTo>
                <a:cubicBezTo>
                  <a:pt x="3" y="37"/>
                  <a:pt x="3" y="37"/>
                  <a:pt x="3" y="38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稻壳儿春秋广告/盗版必究        原创来源：http://chn.docer.com/works?userid=199329941#!/work_time"/>
          <p:cNvSpPr/>
          <p:nvPr/>
        </p:nvSpPr>
        <p:spPr bwMode="auto">
          <a:xfrm>
            <a:off x="9433170" y="4288725"/>
            <a:ext cx="227013" cy="119063"/>
          </a:xfrm>
          <a:custGeom>
            <a:avLst/>
            <a:gdLst>
              <a:gd name="T0" fmla="*/ 24 w 68"/>
              <a:gd name="T1" fmla="*/ 33 h 36"/>
              <a:gd name="T2" fmla="*/ 58 w 68"/>
              <a:gd name="T3" fmla="*/ 26 h 36"/>
              <a:gd name="T4" fmla="*/ 65 w 68"/>
              <a:gd name="T5" fmla="*/ 21 h 36"/>
              <a:gd name="T6" fmla="*/ 67 w 68"/>
              <a:gd name="T7" fmla="*/ 17 h 36"/>
              <a:gd name="T8" fmla="*/ 67 w 68"/>
              <a:gd name="T9" fmla="*/ 10 h 36"/>
              <a:gd name="T10" fmla="*/ 67 w 68"/>
              <a:gd name="T11" fmla="*/ 9 h 36"/>
              <a:gd name="T12" fmla="*/ 56 w 68"/>
              <a:gd name="T13" fmla="*/ 0 h 36"/>
              <a:gd name="T14" fmla="*/ 51 w 68"/>
              <a:gd name="T15" fmla="*/ 0 h 36"/>
              <a:gd name="T16" fmla="*/ 17 w 68"/>
              <a:gd name="T17" fmla="*/ 8 h 36"/>
              <a:gd name="T18" fmla="*/ 24 w 68"/>
              <a:gd name="T19" fmla="*/ 33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" h="36">
                <a:moveTo>
                  <a:pt x="24" y="33"/>
                </a:moveTo>
                <a:cubicBezTo>
                  <a:pt x="35" y="31"/>
                  <a:pt x="47" y="28"/>
                  <a:pt x="58" y="26"/>
                </a:cubicBezTo>
                <a:cubicBezTo>
                  <a:pt x="61" y="25"/>
                  <a:pt x="64" y="23"/>
                  <a:pt x="65" y="21"/>
                </a:cubicBezTo>
                <a:cubicBezTo>
                  <a:pt x="66" y="19"/>
                  <a:pt x="67" y="18"/>
                  <a:pt x="67" y="17"/>
                </a:cubicBezTo>
                <a:cubicBezTo>
                  <a:pt x="68" y="14"/>
                  <a:pt x="68" y="12"/>
                  <a:pt x="67" y="10"/>
                </a:cubicBezTo>
                <a:cubicBezTo>
                  <a:pt x="67" y="10"/>
                  <a:pt x="67" y="9"/>
                  <a:pt x="67" y="9"/>
                </a:cubicBezTo>
                <a:cubicBezTo>
                  <a:pt x="66" y="3"/>
                  <a:pt x="61" y="0"/>
                  <a:pt x="56" y="0"/>
                </a:cubicBezTo>
                <a:cubicBezTo>
                  <a:pt x="55" y="0"/>
                  <a:pt x="53" y="0"/>
                  <a:pt x="51" y="0"/>
                </a:cubicBezTo>
                <a:cubicBezTo>
                  <a:pt x="40" y="3"/>
                  <a:pt x="28" y="5"/>
                  <a:pt x="17" y="8"/>
                </a:cubicBezTo>
                <a:cubicBezTo>
                  <a:pt x="0" y="11"/>
                  <a:pt x="7" y="36"/>
                  <a:pt x="24" y="33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稻壳儿春秋广告/盗版必究        原创来源：http://chn.docer.com/works?userid=199329941#!/work_time"/>
          <p:cNvSpPr/>
          <p:nvPr/>
        </p:nvSpPr>
        <p:spPr bwMode="auto">
          <a:xfrm>
            <a:off x="10961933" y="4280787"/>
            <a:ext cx="206375" cy="120650"/>
          </a:xfrm>
          <a:custGeom>
            <a:avLst/>
            <a:gdLst>
              <a:gd name="T0" fmla="*/ 1 w 62"/>
              <a:gd name="T1" fmla="*/ 13 h 36"/>
              <a:gd name="T2" fmla="*/ 10 w 62"/>
              <a:gd name="T3" fmla="*/ 27 h 36"/>
              <a:gd name="T4" fmla="*/ 44 w 62"/>
              <a:gd name="T5" fmla="*/ 35 h 36"/>
              <a:gd name="T6" fmla="*/ 60 w 62"/>
              <a:gd name="T7" fmla="*/ 26 h 36"/>
              <a:gd name="T8" fmla="*/ 61 w 62"/>
              <a:gd name="T9" fmla="*/ 25 h 36"/>
              <a:gd name="T10" fmla="*/ 51 w 62"/>
              <a:gd name="T11" fmla="*/ 9 h 36"/>
              <a:gd name="T12" fmla="*/ 17 w 62"/>
              <a:gd name="T13" fmla="*/ 2 h 36"/>
              <a:gd name="T14" fmla="*/ 1 w 62"/>
              <a:gd name="T15" fmla="*/ 13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2" h="36">
                <a:moveTo>
                  <a:pt x="1" y="13"/>
                </a:moveTo>
                <a:cubicBezTo>
                  <a:pt x="0" y="19"/>
                  <a:pt x="2" y="26"/>
                  <a:pt x="10" y="27"/>
                </a:cubicBezTo>
                <a:cubicBezTo>
                  <a:pt x="22" y="30"/>
                  <a:pt x="33" y="32"/>
                  <a:pt x="44" y="35"/>
                </a:cubicBezTo>
                <a:cubicBezTo>
                  <a:pt x="51" y="36"/>
                  <a:pt x="59" y="33"/>
                  <a:pt x="60" y="26"/>
                </a:cubicBezTo>
                <a:cubicBezTo>
                  <a:pt x="60" y="25"/>
                  <a:pt x="60" y="25"/>
                  <a:pt x="61" y="25"/>
                </a:cubicBezTo>
                <a:cubicBezTo>
                  <a:pt x="62" y="19"/>
                  <a:pt x="59" y="11"/>
                  <a:pt x="51" y="9"/>
                </a:cubicBezTo>
                <a:cubicBezTo>
                  <a:pt x="40" y="7"/>
                  <a:pt x="29" y="4"/>
                  <a:pt x="17" y="2"/>
                </a:cubicBezTo>
                <a:cubicBezTo>
                  <a:pt x="8" y="0"/>
                  <a:pt x="2" y="6"/>
                  <a:pt x="1" y="13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 bwMode="auto">
          <a:xfrm>
            <a:off x="9741145" y="4684012"/>
            <a:ext cx="173038" cy="190500"/>
          </a:xfrm>
          <a:custGeom>
            <a:avLst/>
            <a:gdLst>
              <a:gd name="T0" fmla="*/ 6 w 52"/>
              <a:gd name="T1" fmla="*/ 51 h 57"/>
              <a:gd name="T2" fmla="*/ 6 w 52"/>
              <a:gd name="T3" fmla="*/ 51 h 57"/>
              <a:gd name="T4" fmla="*/ 25 w 52"/>
              <a:gd name="T5" fmla="*/ 51 h 57"/>
              <a:gd name="T6" fmla="*/ 47 w 52"/>
              <a:gd name="T7" fmla="*/ 24 h 57"/>
              <a:gd name="T8" fmla="*/ 47 w 52"/>
              <a:gd name="T9" fmla="*/ 5 h 57"/>
              <a:gd name="T10" fmla="*/ 46 w 52"/>
              <a:gd name="T11" fmla="*/ 4 h 57"/>
              <a:gd name="T12" fmla="*/ 28 w 52"/>
              <a:gd name="T13" fmla="*/ 5 h 57"/>
              <a:gd name="T14" fmla="*/ 6 w 52"/>
              <a:gd name="T15" fmla="*/ 32 h 57"/>
              <a:gd name="T16" fmla="*/ 6 w 52"/>
              <a:gd name="T17" fmla="*/ 51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" h="57">
                <a:moveTo>
                  <a:pt x="6" y="51"/>
                </a:moveTo>
                <a:cubicBezTo>
                  <a:pt x="6" y="51"/>
                  <a:pt x="6" y="51"/>
                  <a:pt x="6" y="51"/>
                </a:cubicBezTo>
                <a:cubicBezTo>
                  <a:pt x="12" y="55"/>
                  <a:pt x="20" y="57"/>
                  <a:pt x="25" y="51"/>
                </a:cubicBezTo>
                <a:cubicBezTo>
                  <a:pt x="32" y="42"/>
                  <a:pt x="40" y="33"/>
                  <a:pt x="47" y="24"/>
                </a:cubicBezTo>
                <a:cubicBezTo>
                  <a:pt x="51" y="18"/>
                  <a:pt x="52" y="10"/>
                  <a:pt x="47" y="5"/>
                </a:cubicBezTo>
                <a:cubicBezTo>
                  <a:pt x="46" y="5"/>
                  <a:pt x="46" y="4"/>
                  <a:pt x="46" y="4"/>
                </a:cubicBezTo>
                <a:cubicBezTo>
                  <a:pt x="41" y="0"/>
                  <a:pt x="32" y="0"/>
                  <a:pt x="28" y="5"/>
                </a:cubicBezTo>
                <a:cubicBezTo>
                  <a:pt x="21" y="14"/>
                  <a:pt x="13" y="23"/>
                  <a:pt x="6" y="32"/>
                </a:cubicBezTo>
                <a:cubicBezTo>
                  <a:pt x="2" y="37"/>
                  <a:pt x="0" y="46"/>
                  <a:pt x="6" y="51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稻壳儿春秋广告/盗版必究        原创来源：http://chn.docer.com/works?userid=199329941#!/work_time"/>
          <p:cNvSpPr/>
          <p:nvPr/>
        </p:nvSpPr>
        <p:spPr bwMode="auto">
          <a:xfrm>
            <a:off x="10714283" y="4687187"/>
            <a:ext cx="166688" cy="187325"/>
          </a:xfrm>
          <a:custGeom>
            <a:avLst/>
            <a:gdLst>
              <a:gd name="T0" fmla="*/ 4 w 50"/>
              <a:gd name="T1" fmla="*/ 22 h 56"/>
              <a:gd name="T2" fmla="*/ 26 w 50"/>
              <a:gd name="T3" fmla="*/ 50 h 56"/>
              <a:gd name="T4" fmla="*/ 44 w 50"/>
              <a:gd name="T5" fmla="*/ 50 h 56"/>
              <a:gd name="T6" fmla="*/ 44 w 50"/>
              <a:gd name="T7" fmla="*/ 49 h 56"/>
              <a:gd name="T8" fmla="*/ 44 w 50"/>
              <a:gd name="T9" fmla="*/ 31 h 56"/>
              <a:gd name="T10" fmla="*/ 22 w 50"/>
              <a:gd name="T11" fmla="*/ 4 h 56"/>
              <a:gd name="T12" fmla="*/ 12 w 50"/>
              <a:gd name="T13" fmla="*/ 0 h 56"/>
              <a:gd name="T14" fmla="*/ 4 w 50"/>
              <a:gd name="T15" fmla="*/ 4 h 56"/>
              <a:gd name="T16" fmla="*/ 0 w 50"/>
              <a:gd name="T17" fmla="*/ 11 h 56"/>
              <a:gd name="T18" fmla="*/ 4 w 50"/>
              <a:gd name="T19" fmla="*/ 22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0" h="56">
                <a:moveTo>
                  <a:pt x="4" y="22"/>
                </a:moveTo>
                <a:cubicBezTo>
                  <a:pt x="11" y="32"/>
                  <a:pt x="18" y="41"/>
                  <a:pt x="26" y="50"/>
                </a:cubicBezTo>
                <a:cubicBezTo>
                  <a:pt x="30" y="56"/>
                  <a:pt x="39" y="54"/>
                  <a:pt x="44" y="50"/>
                </a:cubicBezTo>
                <a:cubicBezTo>
                  <a:pt x="44" y="50"/>
                  <a:pt x="44" y="49"/>
                  <a:pt x="44" y="49"/>
                </a:cubicBezTo>
                <a:cubicBezTo>
                  <a:pt x="50" y="45"/>
                  <a:pt x="48" y="36"/>
                  <a:pt x="44" y="31"/>
                </a:cubicBezTo>
                <a:cubicBezTo>
                  <a:pt x="37" y="22"/>
                  <a:pt x="30" y="13"/>
                  <a:pt x="22" y="4"/>
                </a:cubicBezTo>
                <a:cubicBezTo>
                  <a:pt x="20" y="1"/>
                  <a:pt x="16" y="0"/>
                  <a:pt x="12" y="0"/>
                </a:cubicBezTo>
                <a:cubicBezTo>
                  <a:pt x="9" y="0"/>
                  <a:pt x="6" y="2"/>
                  <a:pt x="4" y="4"/>
                </a:cubicBezTo>
                <a:cubicBezTo>
                  <a:pt x="1" y="6"/>
                  <a:pt x="0" y="9"/>
                  <a:pt x="0" y="11"/>
                </a:cubicBezTo>
                <a:cubicBezTo>
                  <a:pt x="0" y="15"/>
                  <a:pt x="1" y="19"/>
                  <a:pt x="4" y="22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稻壳儿春秋广告/盗版必究        原创来源：http://chn.docer.com/works?userid=199329941#!/work_time"/>
          <p:cNvSpPr/>
          <p:nvPr/>
        </p:nvSpPr>
        <p:spPr bwMode="auto">
          <a:xfrm>
            <a:off x="10268195" y="4844350"/>
            <a:ext cx="85725" cy="203200"/>
          </a:xfrm>
          <a:custGeom>
            <a:avLst/>
            <a:gdLst>
              <a:gd name="T0" fmla="*/ 13 w 26"/>
              <a:gd name="T1" fmla="*/ 61 h 61"/>
              <a:gd name="T2" fmla="*/ 13 w 26"/>
              <a:gd name="T3" fmla="*/ 61 h 61"/>
              <a:gd name="T4" fmla="*/ 26 w 26"/>
              <a:gd name="T5" fmla="*/ 48 h 61"/>
              <a:gd name="T6" fmla="*/ 26 w 26"/>
              <a:gd name="T7" fmla="*/ 13 h 61"/>
              <a:gd name="T8" fmla="*/ 13 w 26"/>
              <a:gd name="T9" fmla="*/ 0 h 61"/>
              <a:gd name="T10" fmla="*/ 13 w 26"/>
              <a:gd name="T11" fmla="*/ 0 h 61"/>
              <a:gd name="T12" fmla="*/ 4 w 26"/>
              <a:gd name="T13" fmla="*/ 3 h 61"/>
              <a:gd name="T14" fmla="*/ 0 w 26"/>
              <a:gd name="T15" fmla="*/ 13 h 61"/>
              <a:gd name="T16" fmla="*/ 0 w 26"/>
              <a:gd name="T17" fmla="*/ 48 h 61"/>
              <a:gd name="T18" fmla="*/ 13 w 26"/>
              <a:gd name="T19" fmla="*/ 61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" h="61">
                <a:moveTo>
                  <a:pt x="13" y="61"/>
                </a:moveTo>
                <a:cubicBezTo>
                  <a:pt x="13" y="61"/>
                  <a:pt x="13" y="61"/>
                  <a:pt x="13" y="61"/>
                </a:cubicBezTo>
                <a:cubicBezTo>
                  <a:pt x="20" y="61"/>
                  <a:pt x="26" y="56"/>
                  <a:pt x="26" y="48"/>
                </a:cubicBezTo>
                <a:cubicBezTo>
                  <a:pt x="26" y="37"/>
                  <a:pt x="26" y="25"/>
                  <a:pt x="26" y="13"/>
                </a:cubicBezTo>
                <a:cubicBezTo>
                  <a:pt x="26" y="6"/>
                  <a:pt x="21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9" y="0"/>
                  <a:pt x="7" y="2"/>
                  <a:pt x="4" y="3"/>
                </a:cubicBezTo>
                <a:cubicBezTo>
                  <a:pt x="2" y="6"/>
                  <a:pt x="0" y="9"/>
                  <a:pt x="0" y="13"/>
                </a:cubicBezTo>
                <a:cubicBezTo>
                  <a:pt x="0" y="25"/>
                  <a:pt x="0" y="37"/>
                  <a:pt x="0" y="48"/>
                </a:cubicBezTo>
                <a:cubicBezTo>
                  <a:pt x="0" y="55"/>
                  <a:pt x="6" y="61"/>
                  <a:pt x="13" y="61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" name="稻壳儿春秋广告/盗版必究        原创来源：http://chn.docer.com/works?userid=199329941#!/work_time"/>
          <p:cNvSpPr/>
          <p:nvPr/>
        </p:nvSpPr>
        <p:spPr bwMode="auto">
          <a:xfrm>
            <a:off x="9753845" y="3545775"/>
            <a:ext cx="1114425" cy="1198563"/>
          </a:xfrm>
          <a:custGeom>
            <a:avLst/>
            <a:gdLst>
              <a:gd name="connsiteX0" fmla="*/ 623744 w 1114425"/>
              <a:gd name="connsiteY0" fmla="*/ 549275 h 1198563"/>
              <a:gd name="connsiteX1" fmla="*/ 620425 w 1114425"/>
              <a:gd name="connsiteY1" fmla="*/ 595948 h 1198563"/>
              <a:gd name="connsiteX2" fmla="*/ 600508 w 1114425"/>
              <a:gd name="connsiteY2" fmla="*/ 612616 h 1198563"/>
              <a:gd name="connsiteX3" fmla="*/ 593870 w 1114425"/>
              <a:gd name="connsiteY3" fmla="*/ 615950 h 1198563"/>
              <a:gd name="connsiteX4" fmla="*/ 590550 w 1114425"/>
              <a:gd name="connsiteY4" fmla="*/ 612616 h 1198563"/>
              <a:gd name="connsiteX5" fmla="*/ 593870 w 1114425"/>
              <a:gd name="connsiteY5" fmla="*/ 592614 h 1198563"/>
              <a:gd name="connsiteX6" fmla="*/ 620425 w 1114425"/>
              <a:gd name="connsiteY6" fmla="*/ 552609 h 1198563"/>
              <a:gd name="connsiteX7" fmla="*/ 623744 w 1114425"/>
              <a:gd name="connsiteY7" fmla="*/ 549275 h 1198563"/>
              <a:gd name="connsiteX8" fmla="*/ 444357 w 1114425"/>
              <a:gd name="connsiteY8" fmla="*/ 546100 h 1198563"/>
              <a:gd name="connsiteX9" fmla="*/ 441038 w 1114425"/>
              <a:gd name="connsiteY9" fmla="*/ 582117 h 1198563"/>
              <a:gd name="connsiteX10" fmla="*/ 421121 w 1114425"/>
              <a:gd name="connsiteY10" fmla="*/ 598488 h 1198563"/>
              <a:gd name="connsiteX11" fmla="*/ 414483 w 1114425"/>
              <a:gd name="connsiteY11" fmla="*/ 591940 h 1198563"/>
              <a:gd name="connsiteX12" fmla="*/ 417802 w 1114425"/>
              <a:gd name="connsiteY12" fmla="*/ 575568 h 1198563"/>
              <a:gd name="connsiteX13" fmla="*/ 444357 w 1114425"/>
              <a:gd name="connsiteY13" fmla="*/ 546100 h 1198563"/>
              <a:gd name="connsiteX14" fmla="*/ 781050 w 1114425"/>
              <a:gd name="connsiteY14" fmla="*/ 431800 h 1198563"/>
              <a:gd name="connsiteX15" fmla="*/ 784324 w 1114425"/>
              <a:gd name="connsiteY15" fmla="*/ 431800 h 1198563"/>
              <a:gd name="connsiteX16" fmla="*/ 826890 w 1114425"/>
              <a:gd name="connsiteY16" fmla="*/ 455507 h 1198563"/>
              <a:gd name="connsiteX17" fmla="*/ 833438 w 1114425"/>
              <a:gd name="connsiteY17" fmla="*/ 475827 h 1198563"/>
              <a:gd name="connsiteX18" fmla="*/ 820341 w 1114425"/>
              <a:gd name="connsiteY18" fmla="*/ 482600 h 1198563"/>
              <a:gd name="connsiteX19" fmla="*/ 817067 w 1114425"/>
              <a:gd name="connsiteY19" fmla="*/ 482600 h 1198563"/>
              <a:gd name="connsiteX20" fmla="*/ 790873 w 1114425"/>
              <a:gd name="connsiteY20" fmla="*/ 452120 h 1198563"/>
              <a:gd name="connsiteX21" fmla="*/ 781050 w 1114425"/>
              <a:gd name="connsiteY21" fmla="*/ 431800 h 1198563"/>
              <a:gd name="connsiteX22" fmla="*/ 320676 w 1114425"/>
              <a:gd name="connsiteY22" fmla="*/ 415925 h 1198563"/>
              <a:gd name="connsiteX23" fmla="*/ 300832 w 1114425"/>
              <a:gd name="connsiteY23" fmla="*/ 452905 h 1198563"/>
              <a:gd name="connsiteX24" fmla="*/ 287603 w 1114425"/>
              <a:gd name="connsiteY24" fmla="*/ 473075 h 1198563"/>
              <a:gd name="connsiteX25" fmla="*/ 280988 w 1114425"/>
              <a:gd name="connsiteY25" fmla="*/ 456266 h 1198563"/>
              <a:gd name="connsiteX26" fmla="*/ 287603 w 1114425"/>
              <a:gd name="connsiteY26" fmla="*/ 429372 h 1198563"/>
              <a:gd name="connsiteX27" fmla="*/ 320676 w 1114425"/>
              <a:gd name="connsiteY27" fmla="*/ 415925 h 1198563"/>
              <a:gd name="connsiteX28" fmla="*/ 514259 w 1114425"/>
              <a:gd name="connsiteY28" fmla="*/ 0 h 1198563"/>
              <a:gd name="connsiteX29" fmla="*/ 577484 w 1114425"/>
              <a:gd name="connsiteY29" fmla="*/ 0 h 1198563"/>
              <a:gd name="connsiteX30" fmla="*/ 723900 w 1114425"/>
              <a:gd name="connsiteY30" fmla="*/ 408996 h 1198563"/>
              <a:gd name="connsiteX31" fmla="*/ 620743 w 1114425"/>
              <a:gd name="connsiteY31" fmla="*/ 492125 h 1198563"/>
              <a:gd name="connsiteX32" fmla="*/ 557518 w 1114425"/>
              <a:gd name="connsiteY32" fmla="*/ 475499 h 1198563"/>
              <a:gd name="connsiteX33" fmla="*/ 467672 w 1114425"/>
              <a:gd name="connsiteY33" fmla="*/ 485475 h 1198563"/>
              <a:gd name="connsiteX34" fmla="*/ 377825 w 1114425"/>
              <a:gd name="connsiteY34" fmla="*/ 385720 h 1198563"/>
              <a:gd name="connsiteX35" fmla="*/ 514259 w 1114425"/>
              <a:gd name="connsiteY35" fmla="*/ 0 h 1198563"/>
              <a:gd name="connsiteX36" fmla="*/ 357017 w 1114425"/>
              <a:gd name="connsiteY36" fmla="*/ 0 h 1198563"/>
              <a:gd name="connsiteX37" fmla="*/ 473798 w 1114425"/>
              <a:gd name="connsiteY37" fmla="*/ 0 h 1198563"/>
              <a:gd name="connsiteX38" fmla="*/ 336997 w 1114425"/>
              <a:gd name="connsiteY38" fmla="*/ 376216 h 1198563"/>
              <a:gd name="connsiteX39" fmla="*/ 326987 w 1114425"/>
              <a:gd name="connsiteY39" fmla="*/ 376216 h 1198563"/>
              <a:gd name="connsiteX40" fmla="*/ 246909 w 1114425"/>
              <a:gd name="connsiteY40" fmla="*/ 422827 h 1198563"/>
              <a:gd name="connsiteX41" fmla="*/ 260255 w 1114425"/>
              <a:gd name="connsiteY41" fmla="*/ 502731 h 1198563"/>
              <a:gd name="connsiteX42" fmla="*/ 283611 w 1114425"/>
              <a:gd name="connsiteY42" fmla="*/ 512719 h 1198563"/>
              <a:gd name="connsiteX43" fmla="*/ 333660 w 1114425"/>
              <a:gd name="connsiteY43" fmla="*/ 476096 h 1198563"/>
              <a:gd name="connsiteX44" fmla="*/ 336997 w 1114425"/>
              <a:gd name="connsiteY44" fmla="*/ 472767 h 1198563"/>
              <a:gd name="connsiteX45" fmla="*/ 360353 w 1114425"/>
              <a:gd name="connsiteY45" fmla="*/ 422827 h 1198563"/>
              <a:gd name="connsiteX46" fmla="*/ 433758 w 1114425"/>
              <a:gd name="connsiteY46" fmla="*/ 506060 h 1198563"/>
              <a:gd name="connsiteX47" fmla="*/ 420412 w 1114425"/>
              <a:gd name="connsiteY47" fmla="*/ 516048 h 1198563"/>
              <a:gd name="connsiteX48" fmla="*/ 373700 w 1114425"/>
              <a:gd name="connsiteY48" fmla="*/ 582635 h 1198563"/>
              <a:gd name="connsiteX49" fmla="*/ 390383 w 1114425"/>
              <a:gd name="connsiteY49" fmla="*/ 629246 h 1198563"/>
              <a:gd name="connsiteX50" fmla="*/ 420412 w 1114425"/>
              <a:gd name="connsiteY50" fmla="*/ 639234 h 1198563"/>
              <a:gd name="connsiteX51" fmla="*/ 453778 w 1114425"/>
              <a:gd name="connsiteY51" fmla="*/ 629246 h 1198563"/>
              <a:gd name="connsiteX52" fmla="*/ 483807 w 1114425"/>
              <a:gd name="connsiteY52" fmla="*/ 549342 h 1198563"/>
              <a:gd name="connsiteX53" fmla="*/ 477134 w 1114425"/>
              <a:gd name="connsiteY53" fmla="*/ 526036 h 1198563"/>
              <a:gd name="connsiteX54" fmla="*/ 490481 w 1114425"/>
              <a:gd name="connsiteY54" fmla="*/ 519377 h 1198563"/>
              <a:gd name="connsiteX55" fmla="*/ 577232 w 1114425"/>
              <a:gd name="connsiteY55" fmla="*/ 516048 h 1198563"/>
              <a:gd name="connsiteX56" fmla="*/ 593915 w 1114425"/>
              <a:gd name="connsiteY56" fmla="*/ 522707 h 1198563"/>
              <a:gd name="connsiteX57" fmla="*/ 590579 w 1114425"/>
              <a:gd name="connsiteY57" fmla="*/ 526036 h 1198563"/>
              <a:gd name="connsiteX58" fmla="*/ 550540 w 1114425"/>
              <a:gd name="connsiteY58" fmla="*/ 612599 h 1198563"/>
              <a:gd name="connsiteX59" fmla="*/ 570559 w 1114425"/>
              <a:gd name="connsiteY59" fmla="*/ 645892 h 1198563"/>
              <a:gd name="connsiteX60" fmla="*/ 637291 w 1114425"/>
              <a:gd name="connsiteY60" fmla="*/ 635904 h 1198563"/>
              <a:gd name="connsiteX61" fmla="*/ 663984 w 1114425"/>
              <a:gd name="connsiteY61" fmla="*/ 556000 h 1198563"/>
              <a:gd name="connsiteX62" fmla="*/ 650638 w 1114425"/>
              <a:gd name="connsiteY62" fmla="*/ 519377 h 1198563"/>
              <a:gd name="connsiteX63" fmla="*/ 740726 w 1114425"/>
              <a:gd name="connsiteY63" fmla="*/ 446132 h 1198563"/>
              <a:gd name="connsiteX64" fmla="*/ 754072 w 1114425"/>
              <a:gd name="connsiteY64" fmla="*/ 472767 h 1198563"/>
              <a:gd name="connsiteX65" fmla="*/ 820804 w 1114425"/>
              <a:gd name="connsiteY65" fmla="*/ 522707 h 1198563"/>
              <a:gd name="connsiteX66" fmla="*/ 850834 w 1114425"/>
              <a:gd name="connsiteY66" fmla="*/ 512719 h 1198563"/>
              <a:gd name="connsiteX67" fmla="*/ 874190 w 1114425"/>
              <a:gd name="connsiteY67" fmla="*/ 479425 h 1198563"/>
              <a:gd name="connsiteX68" fmla="*/ 844160 w 1114425"/>
              <a:gd name="connsiteY68" fmla="*/ 416168 h 1198563"/>
              <a:gd name="connsiteX69" fmla="*/ 760745 w 1114425"/>
              <a:gd name="connsiteY69" fmla="*/ 396192 h 1198563"/>
              <a:gd name="connsiteX70" fmla="*/ 617272 w 1114425"/>
              <a:gd name="connsiteY70" fmla="*/ 0 h 1198563"/>
              <a:gd name="connsiteX71" fmla="*/ 757409 w 1114425"/>
              <a:gd name="connsiteY71" fmla="*/ 0 h 1198563"/>
              <a:gd name="connsiteX72" fmla="*/ 790775 w 1114425"/>
              <a:gd name="connsiteY72" fmla="*/ 33294 h 1198563"/>
              <a:gd name="connsiteX73" fmla="*/ 790775 w 1114425"/>
              <a:gd name="connsiteY73" fmla="*/ 139832 h 1198563"/>
              <a:gd name="connsiteX74" fmla="*/ 1114425 w 1114425"/>
              <a:gd name="connsiteY74" fmla="*/ 642563 h 1198563"/>
              <a:gd name="connsiteX75" fmla="*/ 557213 w 1114425"/>
              <a:gd name="connsiteY75" fmla="*/ 1198563 h 1198563"/>
              <a:gd name="connsiteX76" fmla="*/ 0 w 1114425"/>
              <a:gd name="connsiteY76" fmla="*/ 645892 h 1198563"/>
              <a:gd name="connsiteX77" fmla="*/ 323651 w 1114425"/>
              <a:gd name="connsiteY77" fmla="*/ 139832 h 1198563"/>
              <a:gd name="connsiteX78" fmla="*/ 323651 w 1114425"/>
              <a:gd name="connsiteY78" fmla="*/ 33294 h 1198563"/>
              <a:gd name="connsiteX79" fmla="*/ 357017 w 1114425"/>
              <a:gd name="connsiteY79" fmla="*/ 0 h 1198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114425" h="1198563">
                <a:moveTo>
                  <a:pt x="623744" y="549275"/>
                </a:moveTo>
                <a:cubicBezTo>
                  <a:pt x="627063" y="562610"/>
                  <a:pt x="627063" y="579279"/>
                  <a:pt x="620425" y="595948"/>
                </a:cubicBezTo>
                <a:cubicBezTo>
                  <a:pt x="613786" y="602615"/>
                  <a:pt x="610466" y="609283"/>
                  <a:pt x="600508" y="612616"/>
                </a:cubicBezTo>
                <a:cubicBezTo>
                  <a:pt x="597189" y="615950"/>
                  <a:pt x="597189" y="615950"/>
                  <a:pt x="593870" y="615950"/>
                </a:cubicBezTo>
                <a:cubicBezTo>
                  <a:pt x="593870" y="615950"/>
                  <a:pt x="593870" y="615950"/>
                  <a:pt x="590550" y="612616"/>
                </a:cubicBezTo>
                <a:cubicBezTo>
                  <a:pt x="590550" y="609283"/>
                  <a:pt x="590550" y="595948"/>
                  <a:pt x="593870" y="592614"/>
                </a:cubicBezTo>
                <a:cubicBezTo>
                  <a:pt x="600508" y="579279"/>
                  <a:pt x="610466" y="565944"/>
                  <a:pt x="620425" y="552609"/>
                </a:cubicBezTo>
                <a:cubicBezTo>
                  <a:pt x="620425" y="552609"/>
                  <a:pt x="620425" y="552609"/>
                  <a:pt x="623744" y="549275"/>
                </a:cubicBezTo>
                <a:close/>
                <a:moveTo>
                  <a:pt x="444357" y="546100"/>
                </a:moveTo>
                <a:cubicBezTo>
                  <a:pt x="444357" y="559197"/>
                  <a:pt x="447676" y="572294"/>
                  <a:pt x="441038" y="582117"/>
                </a:cubicBezTo>
                <a:cubicBezTo>
                  <a:pt x="437718" y="591940"/>
                  <a:pt x="427760" y="598488"/>
                  <a:pt x="421121" y="598488"/>
                </a:cubicBezTo>
                <a:cubicBezTo>
                  <a:pt x="417802" y="598488"/>
                  <a:pt x="417802" y="598488"/>
                  <a:pt x="414483" y="591940"/>
                </a:cubicBezTo>
                <a:cubicBezTo>
                  <a:pt x="411163" y="588665"/>
                  <a:pt x="411163" y="582117"/>
                  <a:pt x="417802" y="575568"/>
                </a:cubicBezTo>
                <a:cubicBezTo>
                  <a:pt x="421121" y="565746"/>
                  <a:pt x="431079" y="555923"/>
                  <a:pt x="444357" y="546100"/>
                </a:cubicBezTo>
                <a:close/>
                <a:moveTo>
                  <a:pt x="781050" y="431800"/>
                </a:moveTo>
                <a:cubicBezTo>
                  <a:pt x="781050" y="431800"/>
                  <a:pt x="781050" y="431800"/>
                  <a:pt x="784324" y="431800"/>
                </a:cubicBezTo>
                <a:cubicBezTo>
                  <a:pt x="797421" y="431800"/>
                  <a:pt x="817067" y="441960"/>
                  <a:pt x="826890" y="455507"/>
                </a:cubicBezTo>
                <a:cubicBezTo>
                  <a:pt x="830164" y="458893"/>
                  <a:pt x="833438" y="469053"/>
                  <a:pt x="833438" y="475827"/>
                </a:cubicBezTo>
                <a:cubicBezTo>
                  <a:pt x="830164" y="482600"/>
                  <a:pt x="826890" y="482600"/>
                  <a:pt x="820341" y="482600"/>
                </a:cubicBezTo>
                <a:cubicBezTo>
                  <a:pt x="820341" y="482600"/>
                  <a:pt x="817067" y="482600"/>
                  <a:pt x="817067" y="482600"/>
                </a:cubicBezTo>
                <a:cubicBezTo>
                  <a:pt x="803970" y="482600"/>
                  <a:pt x="797421" y="465667"/>
                  <a:pt x="790873" y="452120"/>
                </a:cubicBezTo>
                <a:cubicBezTo>
                  <a:pt x="787599" y="445347"/>
                  <a:pt x="784324" y="438573"/>
                  <a:pt x="781050" y="431800"/>
                </a:cubicBezTo>
                <a:close/>
                <a:moveTo>
                  <a:pt x="320676" y="415925"/>
                </a:moveTo>
                <a:cubicBezTo>
                  <a:pt x="314062" y="429372"/>
                  <a:pt x="307447" y="439457"/>
                  <a:pt x="300832" y="452905"/>
                </a:cubicBezTo>
                <a:cubicBezTo>
                  <a:pt x="290910" y="469713"/>
                  <a:pt x="287603" y="473075"/>
                  <a:pt x="287603" y="473075"/>
                </a:cubicBezTo>
                <a:cubicBezTo>
                  <a:pt x="284296" y="469713"/>
                  <a:pt x="280988" y="466352"/>
                  <a:pt x="280988" y="456266"/>
                </a:cubicBezTo>
                <a:cubicBezTo>
                  <a:pt x="280988" y="442819"/>
                  <a:pt x="284296" y="436096"/>
                  <a:pt x="287603" y="429372"/>
                </a:cubicBezTo>
                <a:cubicBezTo>
                  <a:pt x="294218" y="422649"/>
                  <a:pt x="307447" y="415925"/>
                  <a:pt x="320676" y="415925"/>
                </a:cubicBezTo>
                <a:close/>
                <a:moveTo>
                  <a:pt x="514259" y="0"/>
                </a:moveTo>
                <a:cubicBezTo>
                  <a:pt x="514259" y="0"/>
                  <a:pt x="514259" y="0"/>
                  <a:pt x="577484" y="0"/>
                </a:cubicBezTo>
                <a:cubicBezTo>
                  <a:pt x="620743" y="152958"/>
                  <a:pt x="667330" y="289290"/>
                  <a:pt x="723900" y="408996"/>
                </a:cubicBezTo>
                <a:cubicBezTo>
                  <a:pt x="677313" y="428947"/>
                  <a:pt x="637381" y="472174"/>
                  <a:pt x="620743" y="492125"/>
                </a:cubicBezTo>
                <a:cubicBezTo>
                  <a:pt x="604105" y="482150"/>
                  <a:pt x="580812" y="475499"/>
                  <a:pt x="557518" y="475499"/>
                </a:cubicBezTo>
                <a:cubicBezTo>
                  <a:pt x="524242" y="472174"/>
                  <a:pt x="497620" y="475499"/>
                  <a:pt x="467672" y="485475"/>
                </a:cubicBezTo>
                <a:cubicBezTo>
                  <a:pt x="451033" y="438922"/>
                  <a:pt x="417757" y="405671"/>
                  <a:pt x="377825" y="385720"/>
                </a:cubicBezTo>
                <a:cubicBezTo>
                  <a:pt x="427740" y="272664"/>
                  <a:pt x="474327" y="146308"/>
                  <a:pt x="514259" y="0"/>
                </a:cubicBezTo>
                <a:close/>
                <a:moveTo>
                  <a:pt x="357017" y="0"/>
                </a:moveTo>
                <a:cubicBezTo>
                  <a:pt x="357017" y="0"/>
                  <a:pt x="357017" y="0"/>
                  <a:pt x="473798" y="0"/>
                </a:cubicBezTo>
                <a:cubicBezTo>
                  <a:pt x="433758" y="143162"/>
                  <a:pt x="390383" y="266347"/>
                  <a:pt x="336997" y="376216"/>
                </a:cubicBezTo>
                <a:cubicBezTo>
                  <a:pt x="333660" y="376216"/>
                  <a:pt x="330324" y="376216"/>
                  <a:pt x="326987" y="376216"/>
                </a:cubicBezTo>
                <a:cubicBezTo>
                  <a:pt x="286948" y="376216"/>
                  <a:pt x="256919" y="392862"/>
                  <a:pt x="246909" y="422827"/>
                </a:cubicBezTo>
                <a:cubicBezTo>
                  <a:pt x="236899" y="449461"/>
                  <a:pt x="236899" y="482755"/>
                  <a:pt x="260255" y="502731"/>
                </a:cubicBezTo>
                <a:cubicBezTo>
                  <a:pt x="266928" y="509389"/>
                  <a:pt x="276938" y="512719"/>
                  <a:pt x="283611" y="512719"/>
                </a:cubicBezTo>
                <a:cubicBezTo>
                  <a:pt x="306968" y="512719"/>
                  <a:pt x="326987" y="486084"/>
                  <a:pt x="333660" y="476096"/>
                </a:cubicBezTo>
                <a:cubicBezTo>
                  <a:pt x="333660" y="472767"/>
                  <a:pt x="336997" y="472767"/>
                  <a:pt x="336997" y="472767"/>
                </a:cubicBezTo>
                <a:cubicBezTo>
                  <a:pt x="343670" y="456120"/>
                  <a:pt x="353680" y="439473"/>
                  <a:pt x="360353" y="422827"/>
                </a:cubicBezTo>
                <a:cubicBezTo>
                  <a:pt x="400392" y="436144"/>
                  <a:pt x="420412" y="479425"/>
                  <a:pt x="433758" y="506060"/>
                </a:cubicBezTo>
                <a:cubicBezTo>
                  <a:pt x="427085" y="509389"/>
                  <a:pt x="423749" y="512719"/>
                  <a:pt x="420412" y="516048"/>
                </a:cubicBezTo>
                <a:cubicBezTo>
                  <a:pt x="407066" y="522707"/>
                  <a:pt x="377036" y="549342"/>
                  <a:pt x="373700" y="582635"/>
                </a:cubicBezTo>
                <a:cubicBezTo>
                  <a:pt x="370363" y="599282"/>
                  <a:pt x="377036" y="615928"/>
                  <a:pt x="390383" y="629246"/>
                </a:cubicBezTo>
                <a:cubicBezTo>
                  <a:pt x="397056" y="635904"/>
                  <a:pt x="407066" y="639234"/>
                  <a:pt x="420412" y="639234"/>
                </a:cubicBezTo>
                <a:cubicBezTo>
                  <a:pt x="430422" y="639234"/>
                  <a:pt x="443768" y="635904"/>
                  <a:pt x="453778" y="629246"/>
                </a:cubicBezTo>
                <a:cubicBezTo>
                  <a:pt x="477134" y="609270"/>
                  <a:pt x="487144" y="582635"/>
                  <a:pt x="483807" y="549342"/>
                </a:cubicBezTo>
                <a:cubicBezTo>
                  <a:pt x="480471" y="542683"/>
                  <a:pt x="480471" y="532695"/>
                  <a:pt x="477134" y="526036"/>
                </a:cubicBezTo>
                <a:cubicBezTo>
                  <a:pt x="483807" y="522707"/>
                  <a:pt x="487144" y="522707"/>
                  <a:pt x="490481" y="519377"/>
                </a:cubicBezTo>
                <a:cubicBezTo>
                  <a:pt x="513837" y="512719"/>
                  <a:pt x="543866" y="509389"/>
                  <a:pt x="577232" y="516048"/>
                </a:cubicBezTo>
                <a:cubicBezTo>
                  <a:pt x="583906" y="519377"/>
                  <a:pt x="587242" y="519377"/>
                  <a:pt x="593915" y="522707"/>
                </a:cubicBezTo>
                <a:cubicBezTo>
                  <a:pt x="593915" y="522707"/>
                  <a:pt x="590579" y="526036"/>
                  <a:pt x="590579" y="526036"/>
                </a:cubicBezTo>
                <a:cubicBezTo>
                  <a:pt x="570559" y="549342"/>
                  <a:pt x="547203" y="582635"/>
                  <a:pt x="550540" y="612599"/>
                </a:cubicBezTo>
                <a:cubicBezTo>
                  <a:pt x="550540" y="625916"/>
                  <a:pt x="557213" y="635904"/>
                  <a:pt x="570559" y="645892"/>
                </a:cubicBezTo>
                <a:cubicBezTo>
                  <a:pt x="593915" y="662539"/>
                  <a:pt x="617272" y="655880"/>
                  <a:pt x="637291" y="635904"/>
                </a:cubicBezTo>
                <a:cubicBezTo>
                  <a:pt x="657311" y="612599"/>
                  <a:pt x="667321" y="579306"/>
                  <a:pt x="663984" y="556000"/>
                </a:cubicBezTo>
                <a:cubicBezTo>
                  <a:pt x="663984" y="542683"/>
                  <a:pt x="657311" y="529365"/>
                  <a:pt x="650638" y="519377"/>
                </a:cubicBezTo>
                <a:cubicBezTo>
                  <a:pt x="677330" y="486084"/>
                  <a:pt x="710696" y="459449"/>
                  <a:pt x="740726" y="446132"/>
                </a:cubicBezTo>
                <a:cubicBezTo>
                  <a:pt x="747399" y="452791"/>
                  <a:pt x="750736" y="462779"/>
                  <a:pt x="754072" y="472767"/>
                </a:cubicBezTo>
                <a:cubicBezTo>
                  <a:pt x="767419" y="496072"/>
                  <a:pt x="790775" y="522707"/>
                  <a:pt x="820804" y="522707"/>
                </a:cubicBezTo>
                <a:cubicBezTo>
                  <a:pt x="830814" y="522707"/>
                  <a:pt x="840824" y="519377"/>
                  <a:pt x="850834" y="512719"/>
                </a:cubicBezTo>
                <a:cubicBezTo>
                  <a:pt x="864180" y="506060"/>
                  <a:pt x="870853" y="492743"/>
                  <a:pt x="874190" y="479425"/>
                </a:cubicBezTo>
                <a:cubicBezTo>
                  <a:pt x="874190" y="456120"/>
                  <a:pt x="860843" y="432815"/>
                  <a:pt x="844160" y="416168"/>
                </a:cubicBezTo>
                <a:cubicBezTo>
                  <a:pt x="820804" y="396192"/>
                  <a:pt x="794111" y="389533"/>
                  <a:pt x="760745" y="396192"/>
                </a:cubicBezTo>
                <a:cubicBezTo>
                  <a:pt x="707360" y="279665"/>
                  <a:pt x="660647" y="149821"/>
                  <a:pt x="617272" y="0"/>
                </a:cubicBezTo>
                <a:cubicBezTo>
                  <a:pt x="617272" y="0"/>
                  <a:pt x="617272" y="0"/>
                  <a:pt x="757409" y="0"/>
                </a:cubicBezTo>
                <a:cubicBezTo>
                  <a:pt x="774092" y="0"/>
                  <a:pt x="790775" y="13317"/>
                  <a:pt x="790775" y="33294"/>
                </a:cubicBezTo>
                <a:cubicBezTo>
                  <a:pt x="790775" y="33294"/>
                  <a:pt x="790775" y="33294"/>
                  <a:pt x="790775" y="139832"/>
                </a:cubicBezTo>
                <a:cubicBezTo>
                  <a:pt x="980961" y="226395"/>
                  <a:pt x="1114425" y="419497"/>
                  <a:pt x="1114425" y="642563"/>
                </a:cubicBezTo>
                <a:cubicBezTo>
                  <a:pt x="1114425" y="948863"/>
                  <a:pt x="864180" y="1198563"/>
                  <a:pt x="557213" y="1198563"/>
                </a:cubicBezTo>
                <a:cubicBezTo>
                  <a:pt x="250245" y="1198563"/>
                  <a:pt x="0" y="952192"/>
                  <a:pt x="0" y="645892"/>
                </a:cubicBezTo>
                <a:cubicBezTo>
                  <a:pt x="0" y="422827"/>
                  <a:pt x="133464" y="229725"/>
                  <a:pt x="323651" y="139832"/>
                </a:cubicBezTo>
                <a:cubicBezTo>
                  <a:pt x="323651" y="139832"/>
                  <a:pt x="323651" y="139832"/>
                  <a:pt x="323651" y="33294"/>
                </a:cubicBezTo>
                <a:cubicBezTo>
                  <a:pt x="323651" y="13317"/>
                  <a:pt x="336997" y="0"/>
                  <a:pt x="357017" y="0"/>
                </a:cubicBezTo>
                <a:close/>
              </a:path>
            </a:pathLst>
          </a:custGeom>
          <a:solidFill>
            <a:srgbClr val="FABF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59" name="组合 58"/>
          <p:cNvGrpSpPr/>
          <p:nvPr/>
        </p:nvGrpSpPr>
        <p:grpSpPr>
          <a:xfrm>
            <a:off x="3464628" y="-35936"/>
            <a:ext cx="1093082" cy="3234842"/>
            <a:chOff x="7556952" y="1"/>
            <a:chExt cx="1093082" cy="3234842"/>
          </a:xfrm>
        </p:grpSpPr>
        <p:sp>
          <p:nvSpPr>
            <p:cNvPr id="43" name="稻壳儿春秋广告/盗版必究        原创来源：http://chn.docer.com/works?userid=199329941#!/work_time"/>
            <p:cNvSpPr/>
            <p:nvPr/>
          </p:nvSpPr>
          <p:spPr bwMode="auto">
            <a:xfrm>
              <a:off x="7960982" y="2027550"/>
              <a:ext cx="298022" cy="246221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" name="稻壳儿春秋广告/盗版必究        原创来源：http://chn.docer.com/works?userid=199329941#!/work_time"/>
            <p:cNvSpPr/>
            <p:nvPr/>
          </p:nvSpPr>
          <p:spPr bwMode="auto">
            <a:xfrm>
              <a:off x="7613957" y="2424783"/>
              <a:ext cx="124009" cy="9400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稻壳儿春秋广告/盗版必究        原创来源：http://chn.docer.com/works?userid=199329941#!/work_time"/>
            <p:cNvSpPr/>
            <p:nvPr/>
          </p:nvSpPr>
          <p:spPr bwMode="auto">
            <a:xfrm>
              <a:off x="8482021" y="2422782"/>
              <a:ext cx="124009" cy="9400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稻壳儿春秋广告/盗版必究        原创来源：http://chn.docer.com/works?userid=199329941#!/work_time"/>
            <p:cNvSpPr/>
            <p:nvPr/>
          </p:nvSpPr>
          <p:spPr bwMode="auto">
            <a:xfrm>
              <a:off x="7556952" y="2756807"/>
              <a:ext cx="143011" cy="75006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稻壳儿春秋广告/盗版必究        原创来源：http://chn.docer.com/works?userid=199329941#!/work_time"/>
            <p:cNvSpPr/>
            <p:nvPr/>
          </p:nvSpPr>
          <p:spPr bwMode="auto">
            <a:xfrm>
              <a:off x="8520024" y="2751807"/>
              <a:ext cx="130010" cy="7600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稻壳儿春秋广告/盗版必究        原创来源：http://chn.docer.com/works?userid=199329941#!/work_time"/>
            <p:cNvSpPr/>
            <p:nvPr/>
          </p:nvSpPr>
          <p:spPr bwMode="auto">
            <a:xfrm>
              <a:off x="7750966" y="3005826"/>
              <a:ext cx="109008" cy="120009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稻壳儿春秋广告/盗版必究        原创来源：http://chn.docer.com/works?userid=199329941#!/work_time"/>
            <p:cNvSpPr/>
            <p:nvPr/>
          </p:nvSpPr>
          <p:spPr bwMode="auto">
            <a:xfrm>
              <a:off x="8364013" y="3007826"/>
              <a:ext cx="105008" cy="118009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稻壳儿春秋广告/盗版必究        原创来源：http://chn.docer.com/works?userid=199329941#!/work_time"/>
            <p:cNvSpPr/>
            <p:nvPr/>
          </p:nvSpPr>
          <p:spPr bwMode="auto">
            <a:xfrm>
              <a:off x="8082991" y="3106833"/>
              <a:ext cx="54004" cy="128010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稻壳儿春秋广告/盗版必究        原创来源：http://chn.docer.com/works?userid=199329941#!/work_time"/>
            <p:cNvSpPr/>
            <p:nvPr/>
          </p:nvSpPr>
          <p:spPr bwMode="auto">
            <a:xfrm>
              <a:off x="7758967" y="2288772"/>
              <a:ext cx="702052" cy="755057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3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8098618" y="1"/>
              <a:ext cx="22750" cy="20385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942377" y="0"/>
            <a:ext cx="1554099" cy="3936235"/>
            <a:chOff x="942377" y="0"/>
            <a:chExt cx="1554099" cy="3936235"/>
          </a:xfrm>
        </p:grpSpPr>
        <p:sp>
          <p:nvSpPr>
            <p:cNvPr id="32" name="稻壳儿春秋广告/盗版必究        原创来源：http://chn.docer.com/works?userid=199329941#!/work_time"/>
            <p:cNvSpPr/>
            <p:nvPr/>
          </p:nvSpPr>
          <p:spPr bwMode="auto">
            <a:xfrm>
              <a:off x="1516810" y="2219755"/>
              <a:ext cx="423716" cy="350066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33" name="稻壳儿春秋广告/盗版必究        原创来源：http://chn.docer.com/works?userid=199329941#!/work_time"/>
            <p:cNvSpPr/>
            <p:nvPr/>
          </p:nvSpPr>
          <p:spPr bwMode="auto">
            <a:xfrm>
              <a:off x="1023424" y="2784524"/>
              <a:ext cx="176311" cy="133655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稻壳儿春秋广告/盗版必究        原创来源：http://chn.docer.com/works?userid=199329941#!/work_time"/>
            <p:cNvSpPr/>
            <p:nvPr/>
          </p:nvSpPr>
          <p:spPr bwMode="auto">
            <a:xfrm>
              <a:off x="2257603" y="2781680"/>
              <a:ext cx="176311" cy="133655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稻壳儿春秋广告/盗版必究        原创来源：http://chn.docer.com/works?userid=199329941#!/work_time"/>
            <p:cNvSpPr/>
            <p:nvPr/>
          </p:nvSpPr>
          <p:spPr bwMode="auto">
            <a:xfrm>
              <a:off x="942377" y="3256583"/>
              <a:ext cx="203327" cy="106640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稻壳儿春秋广告/盗版必究        原创来源：http://chn.docer.com/works?userid=199329941#!/work_time"/>
            <p:cNvSpPr/>
            <p:nvPr/>
          </p:nvSpPr>
          <p:spPr bwMode="auto">
            <a:xfrm>
              <a:off x="2311634" y="3249474"/>
              <a:ext cx="184842" cy="108062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稻壳儿春秋广告/盗版必究        原创来源：http://chn.docer.com/works?userid=199329941#!/work_time"/>
            <p:cNvSpPr/>
            <p:nvPr/>
          </p:nvSpPr>
          <p:spPr bwMode="auto">
            <a:xfrm>
              <a:off x="1218219" y="3610627"/>
              <a:ext cx="154984" cy="170624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稻壳儿春秋广告/盗版必究        原创来源：http://chn.docer.com/works?userid=199329941#!/work_time"/>
            <p:cNvSpPr/>
            <p:nvPr/>
          </p:nvSpPr>
          <p:spPr bwMode="auto">
            <a:xfrm>
              <a:off x="2089823" y="3613471"/>
              <a:ext cx="149296" cy="167780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稻壳儿春秋广告/盗版必究        原创来源：http://chn.docer.com/works?userid=199329941#!/work_time"/>
            <p:cNvSpPr/>
            <p:nvPr/>
          </p:nvSpPr>
          <p:spPr bwMode="auto">
            <a:xfrm>
              <a:off x="1690278" y="3754236"/>
              <a:ext cx="76781" cy="181999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稻壳儿春秋广告/盗版必究        原创来源：http://chn.docer.com/works?userid=199329941#!/work_time"/>
            <p:cNvSpPr/>
            <p:nvPr/>
          </p:nvSpPr>
          <p:spPr bwMode="auto">
            <a:xfrm>
              <a:off x="1229594" y="2591150"/>
              <a:ext cx="998149" cy="1073509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1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1717294" y="0"/>
              <a:ext cx="22750" cy="22470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4" name="稻壳儿春秋广告/盗版必究        原创来源：http://chn.docer.com/works?userid=199329941#!/work_time"/>
          <p:cNvSpPr>
            <a:spLocks noChangeArrowheads="1"/>
          </p:cNvSpPr>
          <p:nvPr/>
        </p:nvSpPr>
        <p:spPr bwMode="auto">
          <a:xfrm>
            <a:off x="10298358" y="-35936"/>
            <a:ext cx="25400" cy="319753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4" name="稻壳儿春秋广告/盗版必究        原创来源：http://chn.docer.com/works?userid=199329941#!/work_time"/>
          <p:cNvSpPr txBox="1"/>
          <p:nvPr/>
        </p:nvSpPr>
        <p:spPr>
          <a:xfrm flipH="1">
            <a:off x="4210685" y="5292725"/>
            <a:ext cx="37706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What is a Service Provider Interface (SPI)?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Types of SPIs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55" name="稻壳儿春秋广告/盗版必究        原创来源：http://chn.docer.com/works?userid=199329941#!/work_time"/>
          <p:cNvSpPr txBox="1"/>
          <p:nvPr/>
        </p:nvSpPr>
        <p:spPr>
          <a:xfrm flipH="1">
            <a:off x="3133725" y="4249420"/>
            <a:ext cx="59245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8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How Keycloak Extensibility Works</a:t>
            </a:r>
            <a:endParaRPr lang="zh-CN" altLang="en-US" sz="2800" dirty="0">
              <a:solidFill>
                <a:srgbClr val="FABF24"/>
              </a:solidFill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  <a:sym typeface="+mn-lt"/>
            </a:endParaRPr>
          </a:p>
        </p:txBody>
      </p:sp>
      <p:sp>
        <p:nvSpPr>
          <p:cNvPr id="56" name="稻壳儿春秋广告/盗版必究        原创来源：http://chn.docer.com/works?userid=199329941#!/work_time"/>
          <p:cNvSpPr txBox="1"/>
          <p:nvPr/>
        </p:nvSpPr>
        <p:spPr>
          <a:xfrm flipH="1">
            <a:off x="5141503" y="3357536"/>
            <a:ext cx="190899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40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Part 1</a:t>
            </a:r>
            <a:endParaRPr lang="zh-CN" altLang="en-US" sz="4000" dirty="0">
              <a:solidFill>
                <a:srgbClr val="FABF24"/>
              </a:solidFill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  <a:sym typeface="+mn-lt"/>
            </a:endParaRPr>
          </a:p>
        </p:txBody>
      </p:sp>
      <p:cxnSp>
        <p:nvCxnSpPr>
          <p:cNvPr id="57" name="稻壳儿春秋广告/盗版必究        原创来源：http://chn.docer.com/works?userid=199329941#!/work_time"/>
          <p:cNvCxnSpPr/>
          <p:nvPr/>
        </p:nvCxnSpPr>
        <p:spPr>
          <a:xfrm>
            <a:off x="5968645" y="4158987"/>
            <a:ext cx="254711" cy="0"/>
          </a:xfrm>
          <a:prstGeom prst="line">
            <a:avLst/>
          </a:prstGeom>
          <a:ln w="28575">
            <a:solidFill>
              <a:srgbClr val="FAB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10837058" y="0"/>
            <a:ext cx="793664" cy="1216710"/>
            <a:chOff x="1213556" y="1559117"/>
            <a:chExt cx="1093082" cy="1675726"/>
          </a:xfrm>
        </p:grpSpPr>
        <p:sp>
          <p:nvSpPr>
            <p:cNvPr id="54" name="稻壳儿春秋广告/盗版必究        原创来源：http://chn.docer.com/works?userid=199329941#!/work_time"/>
            <p:cNvSpPr/>
            <p:nvPr/>
          </p:nvSpPr>
          <p:spPr bwMode="auto">
            <a:xfrm>
              <a:off x="1617586" y="2027550"/>
              <a:ext cx="298022" cy="246221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5" name="稻壳儿春秋广告/盗版必究        原创来源：http://chn.docer.com/works?userid=199329941#!/work_time"/>
            <p:cNvSpPr/>
            <p:nvPr/>
          </p:nvSpPr>
          <p:spPr bwMode="auto">
            <a:xfrm>
              <a:off x="1270561" y="2424783"/>
              <a:ext cx="124009" cy="9400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稻壳儿春秋广告/盗版必究        原创来源：http://chn.docer.com/works?userid=199329941#!/work_time"/>
            <p:cNvSpPr/>
            <p:nvPr/>
          </p:nvSpPr>
          <p:spPr bwMode="auto">
            <a:xfrm>
              <a:off x="2138625" y="2422782"/>
              <a:ext cx="124009" cy="9400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稻壳儿春秋广告/盗版必究        原创来源：http://chn.docer.com/works?userid=199329941#!/work_time"/>
            <p:cNvSpPr/>
            <p:nvPr/>
          </p:nvSpPr>
          <p:spPr bwMode="auto">
            <a:xfrm>
              <a:off x="1213556" y="2756807"/>
              <a:ext cx="143011" cy="75006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稻壳儿春秋广告/盗版必究        原创来源：http://chn.docer.com/works?userid=199329941#!/work_time"/>
            <p:cNvSpPr/>
            <p:nvPr/>
          </p:nvSpPr>
          <p:spPr bwMode="auto">
            <a:xfrm>
              <a:off x="2176628" y="2751807"/>
              <a:ext cx="130010" cy="7600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稻壳儿春秋广告/盗版必究        原创来源：http://chn.docer.com/works?userid=199329941#!/work_time"/>
            <p:cNvSpPr/>
            <p:nvPr/>
          </p:nvSpPr>
          <p:spPr bwMode="auto">
            <a:xfrm>
              <a:off x="1407570" y="3005826"/>
              <a:ext cx="109008" cy="120009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稻壳儿春秋广告/盗版必究        原创来源：http://chn.docer.com/works?userid=199329941#!/work_time"/>
            <p:cNvSpPr/>
            <p:nvPr/>
          </p:nvSpPr>
          <p:spPr bwMode="auto">
            <a:xfrm>
              <a:off x="2020617" y="3007826"/>
              <a:ext cx="105008" cy="118009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稻壳儿春秋广告/盗版必究        原创来源：http://chn.docer.com/works?userid=199329941#!/work_time"/>
            <p:cNvSpPr/>
            <p:nvPr/>
          </p:nvSpPr>
          <p:spPr bwMode="auto">
            <a:xfrm>
              <a:off x="1739595" y="3106833"/>
              <a:ext cx="54004" cy="128010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稻壳儿春秋广告/盗版必究        原创来源：http://chn.docer.com/works?userid=199329941#!/work_time"/>
            <p:cNvSpPr/>
            <p:nvPr/>
          </p:nvSpPr>
          <p:spPr bwMode="auto">
            <a:xfrm>
              <a:off x="1415571" y="2288772"/>
              <a:ext cx="702052" cy="755057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65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1755222" y="1559117"/>
              <a:ext cx="22750" cy="4794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0281886" y="0"/>
            <a:ext cx="496626" cy="656655"/>
            <a:chOff x="9591675" y="211424"/>
            <a:chExt cx="496626" cy="656655"/>
          </a:xfrm>
        </p:grpSpPr>
        <p:grpSp>
          <p:nvGrpSpPr>
            <p:cNvPr id="4" name="组合 3"/>
            <p:cNvGrpSpPr/>
            <p:nvPr/>
          </p:nvGrpSpPr>
          <p:grpSpPr>
            <a:xfrm>
              <a:off x="9591675" y="319563"/>
              <a:ext cx="496626" cy="548516"/>
              <a:chOff x="9443156" y="340120"/>
              <a:chExt cx="793664" cy="876590"/>
            </a:xfrm>
          </p:grpSpPr>
          <p:sp>
            <p:nvSpPr>
              <p:cNvPr id="67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736514" y="340120"/>
                <a:ext cx="216388" cy="178776"/>
              </a:xfrm>
              <a:custGeom>
                <a:avLst/>
                <a:gdLst>
                  <a:gd name="connsiteX0" fmla="*/ 29984 w 473075"/>
                  <a:gd name="connsiteY0" fmla="*/ 320996 h 390846"/>
                  <a:gd name="connsiteX1" fmla="*/ 443092 w 473075"/>
                  <a:gd name="connsiteY1" fmla="*/ 320996 h 390846"/>
                  <a:gd name="connsiteX2" fmla="*/ 473075 w 473075"/>
                  <a:gd name="connsiteY2" fmla="*/ 357584 h 390846"/>
                  <a:gd name="connsiteX3" fmla="*/ 443092 w 473075"/>
                  <a:gd name="connsiteY3" fmla="*/ 390846 h 390846"/>
                  <a:gd name="connsiteX4" fmla="*/ 29984 w 473075"/>
                  <a:gd name="connsiteY4" fmla="*/ 390846 h 390846"/>
                  <a:gd name="connsiteX5" fmla="*/ 0 w 473075"/>
                  <a:gd name="connsiteY5" fmla="*/ 357584 h 390846"/>
                  <a:gd name="connsiteX6" fmla="*/ 29984 w 473075"/>
                  <a:gd name="connsiteY6" fmla="*/ 320996 h 390846"/>
                  <a:gd name="connsiteX7" fmla="*/ 29984 w 473075"/>
                  <a:gd name="connsiteY7" fmla="*/ 227334 h 390846"/>
                  <a:gd name="connsiteX8" fmla="*/ 443092 w 473075"/>
                  <a:gd name="connsiteY8" fmla="*/ 227334 h 390846"/>
                  <a:gd name="connsiteX9" fmla="*/ 473075 w 473075"/>
                  <a:gd name="connsiteY9" fmla="*/ 260671 h 390846"/>
                  <a:gd name="connsiteX10" fmla="*/ 443092 w 473075"/>
                  <a:gd name="connsiteY10" fmla="*/ 294009 h 390846"/>
                  <a:gd name="connsiteX11" fmla="*/ 29984 w 473075"/>
                  <a:gd name="connsiteY11" fmla="*/ 294009 h 390846"/>
                  <a:gd name="connsiteX12" fmla="*/ 0 w 473075"/>
                  <a:gd name="connsiteY12" fmla="*/ 260671 h 390846"/>
                  <a:gd name="connsiteX13" fmla="*/ 29984 w 473075"/>
                  <a:gd name="connsiteY13" fmla="*/ 227334 h 390846"/>
                  <a:gd name="connsiteX14" fmla="*/ 242865 w 473075"/>
                  <a:gd name="connsiteY14" fmla="*/ 359 h 390846"/>
                  <a:gd name="connsiteX15" fmla="*/ 319932 w 473075"/>
                  <a:gd name="connsiteY15" fmla="*/ 7427 h 390846"/>
                  <a:gd name="connsiteX16" fmla="*/ 353258 w 473075"/>
                  <a:gd name="connsiteY16" fmla="*/ 40689 h 390846"/>
                  <a:gd name="connsiteX17" fmla="*/ 396583 w 473075"/>
                  <a:gd name="connsiteY17" fmla="*/ 130496 h 390846"/>
                  <a:gd name="connsiteX18" fmla="*/ 443239 w 473075"/>
                  <a:gd name="connsiteY18" fmla="*/ 130496 h 390846"/>
                  <a:gd name="connsiteX19" fmla="*/ 469900 w 473075"/>
                  <a:gd name="connsiteY19" fmla="*/ 163758 h 390846"/>
                  <a:gd name="connsiteX20" fmla="*/ 443239 w 473075"/>
                  <a:gd name="connsiteY20" fmla="*/ 200346 h 390846"/>
                  <a:gd name="connsiteX21" fmla="*/ 29994 w 473075"/>
                  <a:gd name="connsiteY21" fmla="*/ 200346 h 390846"/>
                  <a:gd name="connsiteX22" fmla="*/ 0 w 473075"/>
                  <a:gd name="connsiteY22" fmla="*/ 167084 h 390846"/>
                  <a:gd name="connsiteX23" fmla="*/ 29994 w 473075"/>
                  <a:gd name="connsiteY23" fmla="*/ 130496 h 390846"/>
                  <a:gd name="connsiteX24" fmla="*/ 63320 w 473075"/>
                  <a:gd name="connsiteY24" fmla="*/ 130496 h 390846"/>
                  <a:gd name="connsiteX25" fmla="*/ 109977 w 473075"/>
                  <a:gd name="connsiteY25" fmla="*/ 44015 h 390846"/>
                  <a:gd name="connsiteX26" fmla="*/ 143303 w 473075"/>
                  <a:gd name="connsiteY26" fmla="*/ 10753 h 390846"/>
                  <a:gd name="connsiteX27" fmla="*/ 242865 w 473075"/>
                  <a:gd name="connsiteY27" fmla="*/ 359 h 390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3075" h="390846">
                    <a:moveTo>
                      <a:pt x="29984" y="320996"/>
                    </a:moveTo>
                    <a:cubicBezTo>
                      <a:pt x="29984" y="320996"/>
                      <a:pt x="29984" y="320996"/>
                      <a:pt x="443092" y="320996"/>
                    </a:cubicBezTo>
                    <a:cubicBezTo>
                      <a:pt x="459749" y="320996"/>
                      <a:pt x="473075" y="337627"/>
                      <a:pt x="473075" y="357584"/>
                    </a:cubicBezTo>
                    <a:cubicBezTo>
                      <a:pt x="473075" y="374215"/>
                      <a:pt x="459749" y="390846"/>
                      <a:pt x="443092" y="390846"/>
                    </a:cubicBezTo>
                    <a:cubicBezTo>
                      <a:pt x="443092" y="390846"/>
                      <a:pt x="443092" y="390846"/>
                      <a:pt x="29984" y="390846"/>
                    </a:cubicBezTo>
                    <a:cubicBezTo>
                      <a:pt x="13326" y="390846"/>
                      <a:pt x="0" y="374215"/>
                      <a:pt x="0" y="357584"/>
                    </a:cubicBezTo>
                    <a:cubicBezTo>
                      <a:pt x="0" y="337627"/>
                      <a:pt x="13326" y="320996"/>
                      <a:pt x="29984" y="320996"/>
                    </a:cubicBezTo>
                    <a:close/>
                    <a:moveTo>
                      <a:pt x="29984" y="227334"/>
                    </a:moveTo>
                    <a:cubicBezTo>
                      <a:pt x="29984" y="227334"/>
                      <a:pt x="29984" y="227334"/>
                      <a:pt x="443092" y="227334"/>
                    </a:cubicBezTo>
                    <a:cubicBezTo>
                      <a:pt x="459749" y="227334"/>
                      <a:pt x="469744" y="240669"/>
                      <a:pt x="473075" y="260671"/>
                    </a:cubicBezTo>
                    <a:cubicBezTo>
                      <a:pt x="473075" y="280674"/>
                      <a:pt x="459749" y="294009"/>
                      <a:pt x="443092" y="294009"/>
                    </a:cubicBezTo>
                    <a:cubicBezTo>
                      <a:pt x="443092" y="294009"/>
                      <a:pt x="443092" y="294009"/>
                      <a:pt x="29984" y="294009"/>
                    </a:cubicBezTo>
                    <a:cubicBezTo>
                      <a:pt x="13326" y="294009"/>
                      <a:pt x="0" y="280674"/>
                      <a:pt x="0" y="260671"/>
                    </a:cubicBezTo>
                    <a:cubicBezTo>
                      <a:pt x="0" y="244003"/>
                      <a:pt x="13326" y="227334"/>
                      <a:pt x="29984" y="227334"/>
                    </a:cubicBezTo>
                    <a:close/>
                    <a:moveTo>
                      <a:pt x="242865" y="359"/>
                    </a:moveTo>
                    <a:cubicBezTo>
                      <a:pt x="280774" y="1606"/>
                      <a:pt x="314933" y="5764"/>
                      <a:pt x="319932" y="7427"/>
                    </a:cubicBezTo>
                    <a:cubicBezTo>
                      <a:pt x="329930" y="10753"/>
                      <a:pt x="353258" y="40689"/>
                      <a:pt x="353258" y="40689"/>
                    </a:cubicBezTo>
                    <a:cubicBezTo>
                      <a:pt x="353258" y="40689"/>
                      <a:pt x="353258" y="40689"/>
                      <a:pt x="396583" y="130496"/>
                    </a:cubicBezTo>
                    <a:cubicBezTo>
                      <a:pt x="396583" y="130496"/>
                      <a:pt x="396583" y="130496"/>
                      <a:pt x="443239" y="130496"/>
                    </a:cubicBezTo>
                    <a:cubicBezTo>
                      <a:pt x="456570" y="130496"/>
                      <a:pt x="469900" y="147127"/>
                      <a:pt x="469900" y="163758"/>
                    </a:cubicBezTo>
                    <a:cubicBezTo>
                      <a:pt x="469900" y="183715"/>
                      <a:pt x="456570" y="200346"/>
                      <a:pt x="443239" y="200346"/>
                    </a:cubicBezTo>
                    <a:cubicBezTo>
                      <a:pt x="443239" y="200346"/>
                      <a:pt x="443239" y="200346"/>
                      <a:pt x="29994" y="200346"/>
                    </a:cubicBezTo>
                    <a:cubicBezTo>
                      <a:pt x="13331" y="200346"/>
                      <a:pt x="0" y="183715"/>
                      <a:pt x="0" y="167084"/>
                    </a:cubicBezTo>
                    <a:cubicBezTo>
                      <a:pt x="0" y="147127"/>
                      <a:pt x="13331" y="130496"/>
                      <a:pt x="29994" y="130496"/>
                    </a:cubicBezTo>
                    <a:cubicBezTo>
                      <a:pt x="29994" y="130496"/>
                      <a:pt x="29994" y="130496"/>
                      <a:pt x="63320" y="130496"/>
                    </a:cubicBezTo>
                    <a:cubicBezTo>
                      <a:pt x="73318" y="110539"/>
                      <a:pt x="96646" y="67298"/>
                      <a:pt x="109977" y="44015"/>
                    </a:cubicBezTo>
                    <a:cubicBezTo>
                      <a:pt x="123307" y="14079"/>
                      <a:pt x="143303" y="10753"/>
                      <a:pt x="143303" y="10753"/>
                    </a:cubicBezTo>
                    <a:cubicBezTo>
                      <a:pt x="163299" y="775"/>
                      <a:pt x="204957" y="-889"/>
                      <a:pt x="242865" y="359"/>
                    </a:cubicBezTo>
                    <a:close/>
                  </a:path>
                </a:pathLst>
              </a:custGeom>
              <a:solidFill>
                <a:srgbClr val="F7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68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484546" y="628542"/>
                <a:ext cx="90040" cy="68257"/>
              </a:xfrm>
              <a:custGeom>
                <a:avLst/>
                <a:gdLst>
                  <a:gd name="T0" fmla="*/ 7 w 59"/>
                  <a:gd name="T1" fmla="*/ 26 h 45"/>
                  <a:gd name="T2" fmla="*/ 38 w 59"/>
                  <a:gd name="T3" fmla="*/ 42 h 45"/>
                  <a:gd name="T4" fmla="*/ 56 w 59"/>
                  <a:gd name="T5" fmla="*/ 37 h 45"/>
                  <a:gd name="T6" fmla="*/ 56 w 59"/>
                  <a:gd name="T7" fmla="*/ 37 h 45"/>
                  <a:gd name="T8" fmla="*/ 51 w 59"/>
                  <a:gd name="T9" fmla="*/ 19 h 45"/>
                  <a:gd name="T10" fmla="*/ 20 w 59"/>
                  <a:gd name="T11" fmla="*/ 3 h 45"/>
                  <a:gd name="T12" fmla="*/ 2 w 59"/>
                  <a:gd name="T13" fmla="*/ 8 h 45"/>
                  <a:gd name="T14" fmla="*/ 0 w 59"/>
                  <a:gd name="T15" fmla="*/ 15 h 45"/>
                  <a:gd name="T16" fmla="*/ 7 w 59"/>
                  <a:gd name="T17" fmla="*/ 2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5">
                    <a:moveTo>
                      <a:pt x="7" y="26"/>
                    </a:moveTo>
                    <a:cubicBezTo>
                      <a:pt x="17" y="31"/>
                      <a:pt x="28" y="36"/>
                      <a:pt x="38" y="42"/>
                    </a:cubicBezTo>
                    <a:cubicBezTo>
                      <a:pt x="44" y="45"/>
                      <a:pt x="53" y="43"/>
                      <a:pt x="56" y="37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9" y="30"/>
                      <a:pt x="58" y="22"/>
                      <a:pt x="51" y="19"/>
                    </a:cubicBezTo>
                    <a:cubicBezTo>
                      <a:pt x="41" y="13"/>
                      <a:pt x="30" y="8"/>
                      <a:pt x="20" y="3"/>
                    </a:cubicBezTo>
                    <a:cubicBezTo>
                      <a:pt x="14" y="0"/>
                      <a:pt x="5" y="2"/>
                      <a:pt x="2" y="8"/>
                    </a:cubicBezTo>
                    <a:cubicBezTo>
                      <a:pt x="1" y="10"/>
                      <a:pt x="0" y="13"/>
                      <a:pt x="0" y="15"/>
                    </a:cubicBezTo>
                    <a:cubicBezTo>
                      <a:pt x="1" y="20"/>
                      <a:pt x="3" y="24"/>
                      <a:pt x="7" y="26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114829" y="627089"/>
                <a:ext cx="90040" cy="68257"/>
              </a:xfrm>
              <a:custGeom>
                <a:avLst/>
                <a:gdLst>
                  <a:gd name="T0" fmla="*/ 3 w 59"/>
                  <a:gd name="T1" fmla="*/ 38 h 45"/>
                  <a:gd name="T2" fmla="*/ 21 w 59"/>
                  <a:gd name="T3" fmla="*/ 42 h 45"/>
                  <a:gd name="T4" fmla="*/ 52 w 59"/>
                  <a:gd name="T5" fmla="*/ 26 h 45"/>
                  <a:gd name="T6" fmla="*/ 59 w 59"/>
                  <a:gd name="T7" fmla="*/ 16 h 45"/>
                  <a:gd name="T8" fmla="*/ 57 w 59"/>
                  <a:gd name="T9" fmla="*/ 8 h 45"/>
                  <a:gd name="T10" fmla="*/ 39 w 59"/>
                  <a:gd name="T11" fmla="*/ 4 h 45"/>
                  <a:gd name="T12" fmla="*/ 8 w 59"/>
                  <a:gd name="T13" fmla="*/ 19 h 45"/>
                  <a:gd name="T14" fmla="*/ 3 w 59"/>
                  <a:gd name="T15" fmla="*/ 37 h 45"/>
                  <a:gd name="T16" fmla="*/ 3 w 59"/>
                  <a:gd name="T17" fmla="*/ 3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5">
                    <a:moveTo>
                      <a:pt x="3" y="38"/>
                    </a:moveTo>
                    <a:cubicBezTo>
                      <a:pt x="6" y="44"/>
                      <a:pt x="15" y="45"/>
                      <a:pt x="21" y="42"/>
                    </a:cubicBezTo>
                    <a:cubicBezTo>
                      <a:pt x="31" y="37"/>
                      <a:pt x="42" y="32"/>
                      <a:pt x="52" y="26"/>
                    </a:cubicBezTo>
                    <a:cubicBezTo>
                      <a:pt x="56" y="24"/>
                      <a:pt x="58" y="20"/>
                      <a:pt x="59" y="16"/>
                    </a:cubicBezTo>
                    <a:cubicBezTo>
                      <a:pt x="59" y="13"/>
                      <a:pt x="58" y="11"/>
                      <a:pt x="57" y="8"/>
                    </a:cubicBezTo>
                    <a:cubicBezTo>
                      <a:pt x="54" y="2"/>
                      <a:pt x="45" y="0"/>
                      <a:pt x="39" y="4"/>
                    </a:cubicBezTo>
                    <a:cubicBezTo>
                      <a:pt x="28" y="9"/>
                      <a:pt x="18" y="14"/>
                      <a:pt x="8" y="19"/>
                    </a:cubicBezTo>
                    <a:cubicBezTo>
                      <a:pt x="1" y="23"/>
                      <a:pt x="0" y="31"/>
                      <a:pt x="3" y="37"/>
                    </a:cubicBezTo>
                    <a:cubicBezTo>
                      <a:pt x="3" y="37"/>
                      <a:pt x="3" y="37"/>
                      <a:pt x="3" y="38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443156" y="869618"/>
                <a:ext cx="103837" cy="54460"/>
              </a:xfrm>
              <a:custGeom>
                <a:avLst/>
                <a:gdLst>
                  <a:gd name="T0" fmla="*/ 24 w 68"/>
                  <a:gd name="T1" fmla="*/ 33 h 36"/>
                  <a:gd name="T2" fmla="*/ 58 w 68"/>
                  <a:gd name="T3" fmla="*/ 26 h 36"/>
                  <a:gd name="T4" fmla="*/ 65 w 68"/>
                  <a:gd name="T5" fmla="*/ 21 h 36"/>
                  <a:gd name="T6" fmla="*/ 67 w 68"/>
                  <a:gd name="T7" fmla="*/ 17 h 36"/>
                  <a:gd name="T8" fmla="*/ 67 w 68"/>
                  <a:gd name="T9" fmla="*/ 10 h 36"/>
                  <a:gd name="T10" fmla="*/ 67 w 68"/>
                  <a:gd name="T11" fmla="*/ 9 h 36"/>
                  <a:gd name="T12" fmla="*/ 56 w 68"/>
                  <a:gd name="T13" fmla="*/ 0 h 36"/>
                  <a:gd name="T14" fmla="*/ 51 w 68"/>
                  <a:gd name="T15" fmla="*/ 0 h 36"/>
                  <a:gd name="T16" fmla="*/ 17 w 68"/>
                  <a:gd name="T17" fmla="*/ 8 h 36"/>
                  <a:gd name="T18" fmla="*/ 24 w 68"/>
                  <a:gd name="T19" fmla="*/ 3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36">
                    <a:moveTo>
                      <a:pt x="24" y="33"/>
                    </a:moveTo>
                    <a:cubicBezTo>
                      <a:pt x="35" y="31"/>
                      <a:pt x="47" y="28"/>
                      <a:pt x="58" y="26"/>
                    </a:cubicBezTo>
                    <a:cubicBezTo>
                      <a:pt x="61" y="25"/>
                      <a:pt x="64" y="23"/>
                      <a:pt x="65" y="21"/>
                    </a:cubicBezTo>
                    <a:cubicBezTo>
                      <a:pt x="66" y="19"/>
                      <a:pt x="67" y="18"/>
                      <a:pt x="67" y="17"/>
                    </a:cubicBezTo>
                    <a:cubicBezTo>
                      <a:pt x="68" y="14"/>
                      <a:pt x="68" y="12"/>
                      <a:pt x="67" y="10"/>
                    </a:cubicBezTo>
                    <a:cubicBezTo>
                      <a:pt x="67" y="10"/>
                      <a:pt x="67" y="9"/>
                      <a:pt x="67" y="9"/>
                    </a:cubicBezTo>
                    <a:cubicBezTo>
                      <a:pt x="66" y="3"/>
                      <a:pt x="61" y="0"/>
                      <a:pt x="56" y="0"/>
                    </a:cubicBezTo>
                    <a:cubicBezTo>
                      <a:pt x="55" y="0"/>
                      <a:pt x="53" y="0"/>
                      <a:pt x="51" y="0"/>
                    </a:cubicBezTo>
                    <a:cubicBezTo>
                      <a:pt x="40" y="3"/>
                      <a:pt x="28" y="5"/>
                      <a:pt x="17" y="8"/>
                    </a:cubicBezTo>
                    <a:cubicBezTo>
                      <a:pt x="0" y="11"/>
                      <a:pt x="7" y="36"/>
                      <a:pt x="24" y="33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142422" y="865988"/>
                <a:ext cx="94398" cy="55186"/>
              </a:xfrm>
              <a:custGeom>
                <a:avLst/>
                <a:gdLst>
                  <a:gd name="T0" fmla="*/ 1 w 62"/>
                  <a:gd name="T1" fmla="*/ 13 h 36"/>
                  <a:gd name="T2" fmla="*/ 10 w 62"/>
                  <a:gd name="T3" fmla="*/ 27 h 36"/>
                  <a:gd name="T4" fmla="*/ 44 w 62"/>
                  <a:gd name="T5" fmla="*/ 35 h 36"/>
                  <a:gd name="T6" fmla="*/ 60 w 62"/>
                  <a:gd name="T7" fmla="*/ 26 h 36"/>
                  <a:gd name="T8" fmla="*/ 61 w 62"/>
                  <a:gd name="T9" fmla="*/ 25 h 36"/>
                  <a:gd name="T10" fmla="*/ 51 w 62"/>
                  <a:gd name="T11" fmla="*/ 9 h 36"/>
                  <a:gd name="T12" fmla="*/ 17 w 62"/>
                  <a:gd name="T13" fmla="*/ 2 h 36"/>
                  <a:gd name="T14" fmla="*/ 1 w 62"/>
                  <a:gd name="T15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36">
                    <a:moveTo>
                      <a:pt x="1" y="13"/>
                    </a:moveTo>
                    <a:cubicBezTo>
                      <a:pt x="0" y="19"/>
                      <a:pt x="2" y="26"/>
                      <a:pt x="10" y="27"/>
                    </a:cubicBezTo>
                    <a:cubicBezTo>
                      <a:pt x="22" y="30"/>
                      <a:pt x="33" y="32"/>
                      <a:pt x="44" y="35"/>
                    </a:cubicBezTo>
                    <a:cubicBezTo>
                      <a:pt x="51" y="36"/>
                      <a:pt x="59" y="33"/>
                      <a:pt x="60" y="26"/>
                    </a:cubicBezTo>
                    <a:cubicBezTo>
                      <a:pt x="60" y="25"/>
                      <a:pt x="60" y="25"/>
                      <a:pt x="61" y="25"/>
                    </a:cubicBezTo>
                    <a:cubicBezTo>
                      <a:pt x="62" y="19"/>
                      <a:pt x="59" y="11"/>
                      <a:pt x="51" y="9"/>
                    </a:cubicBezTo>
                    <a:cubicBezTo>
                      <a:pt x="40" y="7"/>
                      <a:pt x="29" y="4"/>
                      <a:pt x="17" y="2"/>
                    </a:cubicBezTo>
                    <a:cubicBezTo>
                      <a:pt x="8" y="0"/>
                      <a:pt x="2" y="6"/>
                      <a:pt x="1" y="13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584026" y="1050425"/>
                <a:ext cx="79148" cy="87136"/>
              </a:xfrm>
              <a:custGeom>
                <a:avLst/>
                <a:gdLst>
                  <a:gd name="T0" fmla="*/ 6 w 52"/>
                  <a:gd name="T1" fmla="*/ 51 h 57"/>
                  <a:gd name="T2" fmla="*/ 6 w 52"/>
                  <a:gd name="T3" fmla="*/ 51 h 57"/>
                  <a:gd name="T4" fmla="*/ 25 w 52"/>
                  <a:gd name="T5" fmla="*/ 51 h 57"/>
                  <a:gd name="T6" fmla="*/ 47 w 52"/>
                  <a:gd name="T7" fmla="*/ 24 h 57"/>
                  <a:gd name="T8" fmla="*/ 47 w 52"/>
                  <a:gd name="T9" fmla="*/ 5 h 57"/>
                  <a:gd name="T10" fmla="*/ 46 w 52"/>
                  <a:gd name="T11" fmla="*/ 4 h 57"/>
                  <a:gd name="T12" fmla="*/ 28 w 52"/>
                  <a:gd name="T13" fmla="*/ 5 h 57"/>
                  <a:gd name="T14" fmla="*/ 6 w 52"/>
                  <a:gd name="T15" fmla="*/ 32 h 57"/>
                  <a:gd name="T16" fmla="*/ 6 w 52"/>
                  <a:gd name="T17" fmla="*/ 5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" h="57">
                    <a:moveTo>
                      <a:pt x="6" y="51"/>
                    </a:moveTo>
                    <a:cubicBezTo>
                      <a:pt x="6" y="51"/>
                      <a:pt x="6" y="51"/>
                      <a:pt x="6" y="51"/>
                    </a:cubicBezTo>
                    <a:cubicBezTo>
                      <a:pt x="12" y="55"/>
                      <a:pt x="20" y="57"/>
                      <a:pt x="25" y="51"/>
                    </a:cubicBezTo>
                    <a:cubicBezTo>
                      <a:pt x="32" y="42"/>
                      <a:pt x="40" y="33"/>
                      <a:pt x="47" y="24"/>
                    </a:cubicBezTo>
                    <a:cubicBezTo>
                      <a:pt x="51" y="18"/>
                      <a:pt x="52" y="10"/>
                      <a:pt x="47" y="5"/>
                    </a:cubicBezTo>
                    <a:cubicBezTo>
                      <a:pt x="46" y="5"/>
                      <a:pt x="46" y="4"/>
                      <a:pt x="46" y="4"/>
                    </a:cubicBezTo>
                    <a:cubicBezTo>
                      <a:pt x="41" y="0"/>
                      <a:pt x="32" y="0"/>
                      <a:pt x="28" y="5"/>
                    </a:cubicBezTo>
                    <a:cubicBezTo>
                      <a:pt x="21" y="14"/>
                      <a:pt x="13" y="23"/>
                      <a:pt x="6" y="32"/>
                    </a:cubicBezTo>
                    <a:cubicBezTo>
                      <a:pt x="2" y="37"/>
                      <a:pt x="0" y="46"/>
                      <a:pt x="6" y="51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029146" y="1051878"/>
                <a:ext cx="76244" cy="85684"/>
              </a:xfrm>
              <a:custGeom>
                <a:avLst/>
                <a:gdLst>
                  <a:gd name="T0" fmla="*/ 4 w 50"/>
                  <a:gd name="T1" fmla="*/ 22 h 56"/>
                  <a:gd name="T2" fmla="*/ 26 w 50"/>
                  <a:gd name="T3" fmla="*/ 50 h 56"/>
                  <a:gd name="T4" fmla="*/ 44 w 50"/>
                  <a:gd name="T5" fmla="*/ 50 h 56"/>
                  <a:gd name="T6" fmla="*/ 44 w 50"/>
                  <a:gd name="T7" fmla="*/ 49 h 56"/>
                  <a:gd name="T8" fmla="*/ 44 w 50"/>
                  <a:gd name="T9" fmla="*/ 31 h 56"/>
                  <a:gd name="T10" fmla="*/ 22 w 50"/>
                  <a:gd name="T11" fmla="*/ 4 h 56"/>
                  <a:gd name="T12" fmla="*/ 12 w 50"/>
                  <a:gd name="T13" fmla="*/ 0 h 56"/>
                  <a:gd name="T14" fmla="*/ 4 w 50"/>
                  <a:gd name="T15" fmla="*/ 4 h 56"/>
                  <a:gd name="T16" fmla="*/ 0 w 50"/>
                  <a:gd name="T17" fmla="*/ 11 h 56"/>
                  <a:gd name="T18" fmla="*/ 4 w 50"/>
                  <a:gd name="T19" fmla="*/ 2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" h="56">
                    <a:moveTo>
                      <a:pt x="4" y="22"/>
                    </a:moveTo>
                    <a:cubicBezTo>
                      <a:pt x="11" y="32"/>
                      <a:pt x="18" y="41"/>
                      <a:pt x="26" y="50"/>
                    </a:cubicBezTo>
                    <a:cubicBezTo>
                      <a:pt x="30" y="56"/>
                      <a:pt x="39" y="54"/>
                      <a:pt x="44" y="50"/>
                    </a:cubicBezTo>
                    <a:cubicBezTo>
                      <a:pt x="44" y="50"/>
                      <a:pt x="44" y="49"/>
                      <a:pt x="44" y="49"/>
                    </a:cubicBezTo>
                    <a:cubicBezTo>
                      <a:pt x="50" y="45"/>
                      <a:pt x="48" y="36"/>
                      <a:pt x="44" y="31"/>
                    </a:cubicBezTo>
                    <a:cubicBezTo>
                      <a:pt x="37" y="22"/>
                      <a:pt x="30" y="13"/>
                      <a:pt x="22" y="4"/>
                    </a:cubicBezTo>
                    <a:cubicBezTo>
                      <a:pt x="20" y="1"/>
                      <a:pt x="16" y="0"/>
                      <a:pt x="12" y="0"/>
                    </a:cubicBezTo>
                    <a:cubicBezTo>
                      <a:pt x="9" y="0"/>
                      <a:pt x="6" y="2"/>
                      <a:pt x="4" y="4"/>
                    </a:cubicBezTo>
                    <a:cubicBezTo>
                      <a:pt x="1" y="6"/>
                      <a:pt x="0" y="9"/>
                      <a:pt x="0" y="11"/>
                    </a:cubicBezTo>
                    <a:cubicBezTo>
                      <a:pt x="0" y="15"/>
                      <a:pt x="1" y="19"/>
                      <a:pt x="4" y="22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825102" y="1123765"/>
                <a:ext cx="39211" cy="92945"/>
              </a:xfrm>
              <a:custGeom>
                <a:avLst/>
                <a:gdLst>
                  <a:gd name="T0" fmla="*/ 13 w 26"/>
                  <a:gd name="T1" fmla="*/ 61 h 61"/>
                  <a:gd name="T2" fmla="*/ 13 w 26"/>
                  <a:gd name="T3" fmla="*/ 61 h 61"/>
                  <a:gd name="T4" fmla="*/ 26 w 26"/>
                  <a:gd name="T5" fmla="*/ 48 h 61"/>
                  <a:gd name="T6" fmla="*/ 26 w 26"/>
                  <a:gd name="T7" fmla="*/ 13 h 61"/>
                  <a:gd name="T8" fmla="*/ 13 w 26"/>
                  <a:gd name="T9" fmla="*/ 0 h 61"/>
                  <a:gd name="T10" fmla="*/ 13 w 26"/>
                  <a:gd name="T11" fmla="*/ 0 h 61"/>
                  <a:gd name="T12" fmla="*/ 4 w 26"/>
                  <a:gd name="T13" fmla="*/ 3 h 61"/>
                  <a:gd name="T14" fmla="*/ 0 w 26"/>
                  <a:gd name="T15" fmla="*/ 13 h 61"/>
                  <a:gd name="T16" fmla="*/ 0 w 26"/>
                  <a:gd name="T17" fmla="*/ 48 h 61"/>
                  <a:gd name="T18" fmla="*/ 13 w 26"/>
                  <a:gd name="T19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" h="61">
                    <a:moveTo>
                      <a:pt x="13" y="61"/>
                    </a:moveTo>
                    <a:cubicBezTo>
                      <a:pt x="13" y="61"/>
                      <a:pt x="13" y="61"/>
                      <a:pt x="13" y="61"/>
                    </a:cubicBezTo>
                    <a:cubicBezTo>
                      <a:pt x="20" y="61"/>
                      <a:pt x="26" y="56"/>
                      <a:pt x="26" y="48"/>
                    </a:cubicBezTo>
                    <a:cubicBezTo>
                      <a:pt x="26" y="37"/>
                      <a:pt x="26" y="25"/>
                      <a:pt x="26" y="13"/>
                    </a:cubicBezTo>
                    <a:cubicBezTo>
                      <a:pt x="26" y="6"/>
                      <a:pt x="21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9" y="0"/>
                      <a:pt x="7" y="2"/>
                      <a:pt x="4" y="3"/>
                    </a:cubicBezTo>
                    <a:cubicBezTo>
                      <a:pt x="2" y="6"/>
                      <a:pt x="0" y="9"/>
                      <a:pt x="0" y="13"/>
                    </a:cubicBezTo>
                    <a:cubicBezTo>
                      <a:pt x="0" y="25"/>
                      <a:pt x="0" y="37"/>
                      <a:pt x="0" y="48"/>
                    </a:cubicBezTo>
                    <a:cubicBezTo>
                      <a:pt x="0" y="55"/>
                      <a:pt x="6" y="61"/>
                      <a:pt x="13" y="61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589835" y="529787"/>
                <a:ext cx="509745" cy="548231"/>
              </a:xfrm>
              <a:custGeom>
                <a:avLst/>
                <a:gdLst>
                  <a:gd name="connsiteX0" fmla="*/ 623744 w 1114425"/>
                  <a:gd name="connsiteY0" fmla="*/ 549275 h 1198563"/>
                  <a:gd name="connsiteX1" fmla="*/ 620425 w 1114425"/>
                  <a:gd name="connsiteY1" fmla="*/ 595948 h 1198563"/>
                  <a:gd name="connsiteX2" fmla="*/ 600508 w 1114425"/>
                  <a:gd name="connsiteY2" fmla="*/ 612616 h 1198563"/>
                  <a:gd name="connsiteX3" fmla="*/ 593870 w 1114425"/>
                  <a:gd name="connsiteY3" fmla="*/ 615950 h 1198563"/>
                  <a:gd name="connsiteX4" fmla="*/ 590550 w 1114425"/>
                  <a:gd name="connsiteY4" fmla="*/ 612616 h 1198563"/>
                  <a:gd name="connsiteX5" fmla="*/ 593870 w 1114425"/>
                  <a:gd name="connsiteY5" fmla="*/ 592614 h 1198563"/>
                  <a:gd name="connsiteX6" fmla="*/ 620425 w 1114425"/>
                  <a:gd name="connsiteY6" fmla="*/ 552609 h 1198563"/>
                  <a:gd name="connsiteX7" fmla="*/ 623744 w 1114425"/>
                  <a:gd name="connsiteY7" fmla="*/ 549275 h 1198563"/>
                  <a:gd name="connsiteX8" fmla="*/ 444357 w 1114425"/>
                  <a:gd name="connsiteY8" fmla="*/ 546100 h 1198563"/>
                  <a:gd name="connsiteX9" fmla="*/ 441038 w 1114425"/>
                  <a:gd name="connsiteY9" fmla="*/ 582117 h 1198563"/>
                  <a:gd name="connsiteX10" fmla="*/ 421121 w 1114425"/>
                  <a:gd name="connsiteY10" fmla="*/ 598488 h 1198563"/>
                  <a:gd name="connsiteX11" fmla="*/ 414483 w 1114425"/>
                  <a:gd name="connsiteY11" fmla="*/ 591940 h 1198563"/>
                  <a:gd name="connsiteX12" fmla="*/ 417802 w 1114425"/>
                  <a:gd name="connsiteY12" fmla="*/ 575568 h 1198563"/>
                  <a:gd name="connsiteX13" fmla="*/ 444357 w 1114425"/>
                  <a:gd name="connsiteY13" fmla="*/ 546100 h 1198563"/>
                  <a:gd name="connsiteX14" fmla="*/ 781050 w 1114425"/>
                  <a:gd name="connsiteY14" fmla="*/ 431800 h 1198563"/>
                  <a:gd name="connsiteX15" fmla="*/ 784324 w 1114425"/>
                  <a:gd name="connsiteY15" fmla="*/ 431800 h 1198563"/>
                  <a:gd name="connsiteX16" fmla="*/ 826890 w 1114425"/>
                  <a:gd name="connsiteY16" fmla="*/ 455507 h 1198563"/>
                  <a:gd name="connsiteX17" fmla="*/ 833438 w 1114425"/>
                  <a:gd name="connsiteY17" fmla="*/ 475827 h 1198563"/>
                  <a:gd name="connsiteX18" fmla="*/ 820341 w 1114425"/>
                  <a:gd name="connsiteY18" fmla="*/ 482600 h 1198563"/>
                  <a:gd name="connsiteX19" fmla="*/ 817067 w 1114425"/>
                  <a:gd name="connsiteY19" fmla="*/ 482600 h 1198563"/>
                  <a:gd name="connsiteX20" fmla="*/ 790873 w 1114425"/>
                  <a:gd name="connsiteY20" fmla="*/ 452120 h 1198563"/>
                  <a:gd name="connsiteX21" fmla="*/ 781050 w 1114425"/>
                  <a:gd name="connsiteY21" fmla="*/ 431800 h 1198563"/>
                  <a:gd name="connsiteX22" fmla="*/ 320676 w 1114425"/>
                  <a:gd name="connsiteY22" fmla="*/ 415925 h 1198563"/>
                  <a:gd name="connsiteX23" fmla="*/ 300832 w 1114425"/>
                  <a:gd name="connsiteY23" fmla="*/ 452905 h 1198563"/>
                  <a:gd name="connsiteX24" fmla="*/ 287603 w 1114425"/>
                  <a:gd name="connsiteY24" fmla="*/ 473075 h 1198563"/>
                  <a:gd name="connsiteX25" fmla="*/ 280988 w 1114425"/>
                  <a:gd name="connsiteY25" fmla="*/ 456266 h 1198563"/>
                  <a:gd name="connsiteX26" fmla="*/ 287603 w 1114425"/>
                  <a:gd name="connsiteY26" fmla="*/ 429372 h 1198563"/>
                  <a:gd name="connsiteX27" fmla="*/ 320676 w 1114425"/>
                  <a:gd name="connsiteY27" fmla="*/ 415925 h 1198563"/>
                  <a:gd name="connsiteX28" fmla="*/ 514259 w 1114425"/>
                  <a:gd name="connsiteY28" fmla="*/ 0 h 1198563"/>
                  <a:gd name="connsiteX29" fmla="*/ 577484 w 1114425"/>
                  <a:gd name="connsiteY29" fmla="*/ 0 h 1198563"/>
                  <a:gd name="connsiteX30" fmla="*/ 723900 w 1114425"/>
                  <a:gd name="connsiteY30" fmla="*/ 408996 h 1198563"/>
                  <a:gd name="connsiteX31" fmla="*/ 620743 w 1114425"/>
                  <a:gd name="connsiteY31" fmla="*/ 492125 h 1198563"/>
                  <a:gd name="connsiteX32" fmla="*/ 557518 w 1114425"/>
                  <a:gd name="connsiteY32" fmla="*/ 475499 h 1198563"/>
                  <a:gd name="connsiteX33" fmla="*/ 467672 w 1114425"/>
                  <a:gd name="connsiteY33" fmla="*/ 485475 h 1198563"/>
                  <a:gd name="connsiteX34" fmla="*/ 377825 w 1114425"/>
                  <a:gd name="connsiteY34" fmla="*/ 385720 h 1198563"/>
                  <a:gd name="connsiteX35" fmla="*/ 514259 w 1114425"/>
                  <a:gd name="connsiteY35" fmla="*/ 0 h 1198563"/>
                  <a:gd name="connsiteX36" fmla="*/ 357017 w 1114425"/>
                  <a:gd name="connsiteY36" fmla="*/ 0 h 1198563"/>
                  <a:gd name="connsiteX37" fmla="*/ 473798 w 1114425"/>
                  <a:gd name="connsiteY37" fmla="*/ 0 h 1198563"/>
                  <a:gd name="connsiteX38" fmla="*/ 336997 w 1114425"/>
                  <a:gd name="connsiteY38" fmla="*/ 376216 h 1198563"/>
                  <a:gd name="connsiteX39" fmla="*/ 326987 w 1114425"/>
                  <a:gd name="connsiteY39" fmla="*/ 376216 h 1198563"/>
                  <a:gd name="connsiteX40" fmla="*/ 246909 w 1114425"/>
                  <a:gd name="connsiteY40" fmla="*/ 422827 h 1198563"/>
                  <a:gd name="connsiteX41" fmla="*/ 260255 w 1114425"/>
                  <a:gd name="connsiteY41" fmla="*/ 502731 h 1198563"/>
                  <a:gd name="connsiteX42" fmla="*/ 283611 w 1114425"/>
                  <a:gd name="connsiteY42" fmla="*/ 512719 h 1198563"/>
                  <a:gd name="connsiteX43" fmla="*/ 333660 w 1114425"/>
                  <a:gd name="connsiteY43" fmla="*/ 476096 h 1198563"/>
                  <a:gd name="connsiteX44" fmla="*/ 336997 w 1114425"/>
                  <a:gd name="connsiteY44" fmla="*/ 472767 h 1198563"/>
                  <a:gd name="connsiteX45" fmla="*/ 360353 w 1114425"/>
                  <a:gd name="connsiteY45" fmla="*/ 422827 h 1198563"/>
                  <a:gd name="connsiteX46" fmla="*/ 433758 w 1114425"/>
                  <a:gd name="connsiteY46" fmla="*/ 506060 h 1198563"/>
                  <a:gd name="connsiteX47" fmla="*/ 420412 w 1114425"/>
                  <a:gd name="connsiteY47" fmla="*/ 516048 h 1198563"/>
                  <a:gd name="connsiteX48" fmla="*/ 373700 w 1114425"/>
                  <a:gd name="connsiteY48" fmla="*/ 582635 h 1198563"/>
                  <a:gd name="connsiteX49" fmla="*/ 390383 w 1114425"/>
                  <a:gd name="connsiteY49" fmla="*/ 629246 h 1198563"/>
                  <a:gd name="connsiteX50" fmla="*/ 420412 w 1114425"/>
                  <a:gd name="connsiteY50" fmla="*/ 639234 h 1198563"/>
                  <a:gd name="connsiteX51" fmla="*/ 453778 w 1114425"/>
                  <a:gd name="connsiteY51" fmla="*/ 629246 h 1198563"/>
                  <a:gd name="connsiteX52" fmla="*/ 483807 w 1114425"/>
                  <a:gd name="connsiteY52" fmla="*/ 549342 h 1198563"/>
                  <a:gd name="connsiteX53" fmla="*/ 477134 w 1114425"/>
                  <a:gd name="connsiteY53" fmla="*/ 526036 h 1198563"/>
                  <a:gd name="connsiteX54" fmla="*/ 490481 w 1114425"/>
                  <a:gd name="connsiteY54" fmla="*/ 519377 h 1198563"/>
                  <a:gd name="connsiteX55" fmla="*/ 577232 w 1114425"/>
                  <a:gd name="connsiteY55" fmla="*/ 516048 h 1198563"/>
                  <a:gd name="connsiteX56" fmla="*/ 593915 w 1114425"/>
                  <a:gd name="connsiteY56" fmla="*/ 522707 h 1198563"/>
                  <a:gd name="connsiteX57" fmla="*/ 590579 w 1114425"/>
                  <a:gd name="connsiteY57" fmla="*/ 526036 h 1198563"/>
                  <a:gd name="connsiteX58" fmla="*/ 550540 w 1114425"/>
                  <a:gd name="connsiteY58" fmla="*/ 612599 h 1198563"/>
                  <a:gd name="connsiteX59" fmla="*/ 570559 w 1114425"/>
                  <a:gd name="connsiteY59" fmla="*/ 645892 h 1198563"/>
                  <a:gd name="connsiteX60" fmla="*/ 637291 w 1114425"/>
                  <a:gd name="connsiteY60" fmla="*/ 635904 h 1198563"/>
                  <a:gd name="connsiteX61" fmla="*/ 663984 w 1114425"/>
                  <a:gd name="connsiteY61" fmla="*/ 556000 h 1198563"/>
                  <a:gd name="connsiteX62" fmla="*/ 650638 w 1114425"/>
                  <a:gd name="connsiteY62" fmla="*/ 519377 h 1198563"/>
                  <a:gd name="connsiteX63" fmla="*/ 740726 w 1114425"/>
                  <a:gd name="connsiteY63" fmla="*/ 446132 h 1198563"/>
                  <a:gd name="connsiteX64" fmla="*/ 754072 w 1114425"/>
                  <a:gd name="connsiteY64" fmla="*/ 472767 h 1198563"/>
                  <a:gd name="connsiteX65" fmla="*/ 820804 w 1114425"/>
                  <a:gd name="connsiteY65" fmla="*/ 522707 h 1198563"/>
                  <a:gd name="connsiteX66" fmla="*/ 850834 w 1114425"/>
                  <a:gd name="connsiteY66" fmla="*/ 512719 h 1198563"/>
                  <a:gd name="connsiteX67" fmla="*/ 874190 w 1114425"/>
                  <a:gd name="connsiteY67" fmla="*/ 479425 h 1198563"/>
                  <a:gd name="connsiteX68" fmla="*/ 844160 w 1114425"/>
                  <a:gd name="connsiteY68" fmla="*/ 416168 h 1198563"/>
                  <a:gd name="connsiteX69" fmla="*/ 760745 w 1114425"/>
                  <a:gd name="connsiteY69" fmla="*/ 396192 h 1198563"/>
                  <a:gd name="connsiteX70" fmla="*/ 617272 w 1114425"/>
                  <a:gd name="connsiteY70" fmla="*/ 0 h 1198563"/>
                  <a:gd name="connsiteX71" fmla="*/ 757409 w 1114425"/>
                  <a:gd name="connsiteY71" fmla="*/ 0 h 1198563"/>
                  <a:gd name="connsiteX72" fmla="*/ 790775 w 1114425"/>
                  <a:gd name="connsiteY72" fmla="*/ 33294 h 1198563"/>
                  <a:gd name="connsiteX73" fmla="*/ 790775 w 1114425"/>
                  <a:gd name="connsiteY73" fmla="*/ 139832 h 1198563"/>
                  <a:gd name="connsiteX74" fmla="*/ 1114425 w 1114425"/>
                  <a:gd name="connsiteY74" fmla="*/ 642563 h 1198563"/>
                  <a:gd name="connsiteX75" fmla="*/ 557213 w 1114425"/>
                  <a:gd name="connsiteY75" fmla="*/ 1198563 h 1198563"/>
                  <a:gd name="connsiteX76" fmla="*/ 0 w 1114425"/>
                  <a:gd name="connsiteY76" fmla="*/ 645892 h 1198563"/>
                  <a:gd name="connsiteX77" fmla="*/ 323651 w 1114425"/>
                  <a:gd name="connsiteY77" fmla="*/ 139832 h 1198563"/>
                  <a:gd name="connsiteX78" fmla="*/ 323651 w 1114425"/>
                  <a:gd name="connsiteY78" fmla="*/ 33294 h 1198563"/>
                  <a:gd name="connsiteX79" fmla="*/ 357017 w 1114425"/>
                  <a:gd name="connsiteY79" fmla="*/ 0 h 1198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114425" h="1198563">
                    <a:moveTo>
                      <a:pt x="623744" y="549275"/>
                    </a:moveTo>
                    <a:cubicBezTo>
                      <a:pt x="627063" y="562610"/>
                      <a:pt x="627063" y="579279"/>
                      <a:pt x="620425" y="595948"/>
                    </a:cubicBezTo>
                    <a:cubicBezTo>
                      <a:pt x="613786" y="602615"/>
                      <a:pt x="610466" y="609283"/>
                      <a:pt x="600508" y="612616"/>
                    </a:cubicBezTo>
                    <a:cubicBezTo>
                      <a:pt x="597189" y="615950"/>
                      <a:pt x="597189" y="615950"/>
                      <a:pt x="593870" y="615950"/>
                    </a:cubicBezTo>
                    <a:cubicBezTo>
                      <a:pt x="593870" y="615950"/>
                      <a:pt x="593870" y="615950"/>
                      <a:pt x="590550" y="612616"/>
                    </a:cubicBezTo>
                    <a:cubicBezTo>
                      <a:pt x="590550" y="609283"/>
                      <a:pt x="590550" y="595948"/>
                      <a:pt x="593870" y="592614"/>
                    </a:cubicBezTo>
                    <a:cubicBezTo>
                      <a:pt x="600508" y="579279"/>
                      <a:pt x="610466" y="565944"/>
                      <a:pt x="620425" y="552609"/>
                    </a:cubicBezTo>
                    <a:cubicBezTo>
                      <a:pt x="620425" y="552609"/>
                      <a:pt x="620425" y="552609"/>
                      <a:pt x="623744" y="549275"/>
                    </a:cubicBezTo>
                    <a:close/>
                    <a:moveTo>
                      <a:pt x="444357" y="546100"/>
                    </a:moveTo>
                    <a:cubicBezTo>
                      <a:pt x="444357" y="559197"/>
                      <a:pt x="447676" y="572294"/>
                      <a:pt x="441038" y="582117"/>
                    </a:cubicBezTo>
                    <a:cubicBezTo>
                      <a:pt x="437718" y="591940"/>
                      <a:pt x="427760" y="598488"/>
                      <a:pt x="421121" y="598488"/>
                    </a:cubicBezTo>
                    <a:cubicBezTo>
                      <a:pt x="417802" y="598488"/>
                      <a:pt x="417802" y="598488"/>
                      <a:pt x="414483" y="591940"/>
                    </a:cubicBezTo>
                    <a:cubicBezTo>
                      <a:pt x="411163" y="588665"/>
                      <a:pt x="411163" y="582117"/>
                      <a:pt x="417802" y="575568"/>
                    </a:cubicBezTo>
                    <a:cubicBezTo>
                      <a:pt x="421121" y="565746"/>
                      <a:pt x="431079" y="555923"/>
                      <a:pt x="444357" y="546100"/>
                    </a:cubicBezTo>
                    <a:close/>
                    <a:moveTo>
                      <a:pt x="781050" y="431800"/>
                    </a:moveTo>
                    <a:cubicBezTo>
                      <a:pt x="781050" y="431800"/>
                      <a:pt x="781050" y="431800"/>
                      <a:pt x="784324" y="431800"/>
                    </a:cubicBezTo>
                    <a:cubicBezTo>
                      <a:pt x="797421" y="431800"/>
                      <a:pt x="817067" y="441960"/>
                      <a:pt x="826890" y="455507"/>
                    </a:cubicBezTo>
                    <a:cubicBezTo>
                      <a:pt x="830164" y="458893"/>
                      <a:pt x="833438" y="469053"/>
                      <a:pt x="833438" y="475827"/>
                    </a:cubicBezTo>
                    <a:cubicBezTo>
                      <a:pt x="830164" y="482600"/>
                      <a:pt x="826890" y="482600"/>
                      <a:pt x="820341" y="482600"/>
                    </a:cubicBezTo>
                    <a:cubicBezTo>
                      <a:pt x="820341" y="482600"/>
                      <a:pt x="817067" y="482600"/>
                      <a:pt x="817067" y="482600"/>
                    </a:cubicBezTo>
                    <a:cubicBezTo>
                      <a:pt x="803970" y="482600"/>
                      <a:pt x="797421" y="465667"/>
                      <a:pt x="790873" y="452120"/>
                    </a:cubicBezTo>
                    <a:cubicBezTo>
                      <a:pt x="787599" y="445347"/>
                      <a:pt x="784324" y="438573"/>
                      <a:pt x="781050" y="431800"/>
                    </a:cubicBezTo>
                    <a:close/>
                    <a:moveTo>
                      <a:pt x="320676" y="415925"/>
                    </a:moveTo>
                    <a:cubicBezTo>
                      <a:pt x="314062" y="429372"/>
                      <a:pt x="307447" y="439457"/>
                      <a:pt x="300832" y="452905"/>
                    </a:cubicBezTo>
                    <a:cubicBezTo>
                      <a:pt x="290910" y="469713"/>
                      <a:pt x="287603" y="473075"/>
                      <a:pt x="287603" y="473075"/>
                    </a:cubicBezTo>
                    <a:cubicBezTo>
                      <a:pt x="284296" y="469713"/>
                      <a:pt x="280988" y="466352"/>
                      <a:pt x="280988" y="456266"/>
                    </a:cubicBezTo>
                    <a:cubicBezTo>
                      <a:pt x="280988" y="442819"/>
                      <a:pt x="284296" y="436096"/>
                      <a:pt x="287603" y="429372"/>
                    </a:cubicBezTo>
                    <a:cubicBezTo>
                      <a:pt x="294218" y="422649"/>
                      <a:pt x="307447" y="415925"/>
                      <a:pt x="320676" y="415925"/>
                    </a:cubicBezTo>
                    <a:close/>
                    <a:moveTo>
                      <a:pt x="514259" y="0"/>
                    </a:moveTo>
                    <a:cubicBezTo>
                      <a:pt x="514259" y="0"/>
                      <a:pt x="514259" y="0"/>
                      <a:pt x="577484" y="0"/>
                    </a:cubicBezTo>
                    <a:cubicBezTo>
                      <a:pt x="620743" y="152958"/>
                      <a:pt x="667330" y="289290"/>
                      <a:pt x="723900" y="408996"/>
                    </a:cubicBezTo>
                    <a:cubicBezTo>
                      <a:pt x="677313" y="428947"/>
                      <a:pt x="637381" y="472174"/>
                      <a:pt x="620743" y="492125"/>
                    </a:cubicBezTo>
                    <a:cubicBezTo>
                      <a:pt x="604105" y="482150"/>
                      <a:pt x="580812" y="475499"/>
                      <a:pt x="557518" y="475499"/>
                    </a:cubicBezTo>
                    <a:cubicBezTo>
                      <a:pt x="524242" y="472174"/>
                      <a:pt x="497620" y="475499"/>
                      <a:pt x="467672" y="485475"/>
                    </a:cubicBezTo>
                    <a:cubicBezTo>
                      <a:pt x="451033" y="438922"/>
                      <a:pt x="417757" y="405671"/>
                      <a:pt x="377825" y="385720"/>
                    </a:cubicBezTo>
                    <a:cubicBezTo>
                      <a:pt x="427740" y="272664"/>
                      <a:pt x="474327" y="146308"/>
                      <a:pt x="514259" y="0"/>
                    </a:cubicBezTo>
                    <a:close/>
                    <a:moveTo>
                      <a:pt x="357017" y="0"/>
                    </a:moveTo>
                    <a:cubicBezTo>
                      <a:pt x="357017" y="0"/>
                      <a:pt x="357017" y="0"/>
                      <a:pt x="473798" y="0"/>
                    </a:cubicBezTo>
                    <a:cubicBezTo>
                      <a:pt x="433758" y="143162"/>
                      <a:pt x="390383" y="266347"/>
                      <a:pt x="336997" y="376216"/>
                    </a:cubicBezTo>
                    <a:cubicBezTo>
                      <a:pt x="333660" y="376216"/>
                      <a:pt x="330324" y="376216"/>
                      <a:pt x="326987" y="376216"/>
                    </a:cubicBezTo>
                    <a:cubicBezTo>
                      <a:pt x="286948" y="376216"/>
                      <a:pt x="256919" y="392862"/>
                      <a:pt x="246909" y="422827"/>
                    </a:cubicBezTo>
                    <a:cubicBezTo>
                      <a:pt x="236899" y="449461"/>
                      <a:pt x="236899" y="482755"/>
                      <a:pt x="260255" y="502731"/>
                    </a:cubicBezTo>
                    <a:cubicBezTo>
                      <a:pt x="266928" y="509389"/>
                      <a:pt x="276938" y="512719"/>
                      <a:pt x="283611" y="512719"/>
                    </a:cubicBezTo>
                    <a:cubicBezTo>
                      <a:pt x="306968" y="512719"/>
                      <a:pt x="326987" y="486084"/>
                      <a:pt x="333660" y="476096"/>
                    </a:cubicBezTo>
                    <a:cubicBezTo>
                      <a:pt x="333660" y="472767"/>
                      <a:pt x="336997" y="472767"/>
                      <a:pt x="336997" y="472767"/>
                    </a:cubicBezTo>
                    <a:cubicBezTo>
                      <a:pt x="343670" y="456120"/>
                      <a:pt x="353680" y="439473"/>
                      <a:pt x="360353" y="422827"/>
                    </a:cubicBezTo>
                    <a:cubicBezTo>
                      <a:pt x="400392" y="436144"/>
                      <a:pt x="420412" y="479425"/>
                      <a:pt x="433758" y="506060"/>
                    </a:cubicBezTo>
                    <a:cubicBezTo>
                      <a:pt x="427085" y="509389"/>
                      <a:pt x="423749" y="512719"/>
                      <a:pt x="420412" y="516048"/>
                    </a:cubicBezTo>
                    <a:cubicBezTo>
                      <a:pt x="407066" y="522707"/>
                      <a:pt x="377036" y="549342"/>
                      <a:pt x="373700" y="582635"/>
                    </a:cubicBezTo>
                    <a:cubicBezTo>
                      <a:pt x="370363" y="599282"/>
                      <a:pt x="377036" y="615928"/>
                      <a:pt x="390383" y="629246"/>
                    </a:cubicBezTo>
                    <a:cubicBezTo>
                      <a:pt x="397056" y="635904"/>
                      <a:pt x="407066" y="639234"/>
                      <a:pt x="420412" y="639234"/>
                    </a:cubicBezTo>
                    <a:cubicBezTo>
                      <a:pt x="430422" y="639234"/>
                      <a:pt x="443768" y="635904"/>
                      <a:pt x="453778" y="629246"/>
                    </a:cubicBezTo>
                    <a:cubicBezTo>
                      <a:pt x="477134" y="609270"/>
                      <a:pt x="487144" y="582635"/>
                      <a:pt x="483807" y="549342"/>
                    </a:cubicBezTo>
                    <a:cubicBezTo>
                      <a:pt x="480471" y="542683"/>
                      <a:pt x="480471" y="532695"/>
                      <a:pt x="477134" y="526036"/>
                    </a:cubicBezTo>
                    <a:cubicBezTo>
                      <a:pt x="483807" y="522707"/>
                      <a:pt x="487144" y="522707"/>
                      <a:pt x="490481" y="519377"/>
                    </a:cubicBezTo>
                    <a:cubicBezTo>
                      <a:pt x="513837" y="512719"/>
                      <a:pt x="543866" y="509389"/>
                      <a:pt x="577232" y="516048"/>
                    </a:cubicBezTo>
                    <a:cubicBezTo>
                      <a:pt x="583906" y="519377"/>
                      <a:pt x="587242" y="519377"/>
                      <a:pt x="593915" y="522707"/>
                    </a:cubicBezTo>
                    <a:cubicBezTo>
                      <a:pt x="593915" y="522707"/>
                      <a:pt x="590579" y="526036"/>
                      <a:pt x="590579" y="526036"/>
                    </a:cubicBezTo>
                    <a:cubicBezTo>
                      <a:pt x="570559" y="549342"/>
                      <a:pt x="547203" y="582635"/>
                      <a:pt x="550540" y="612599"/>
                    </a:cubicBezTo>
                    <a:cubicBezTo>
                      <a:pt x="550540" y="625916"/>
                      <a:pt x="557213" y="635904"/>
                      <a:pt x="570559" y="645892"/>
                    </a:cubicBezTo>
                    <a:cubicBezTo>
                      <a:pt x="593915" y="662539"/>
                      <a:pt x="617272" y="655880"/>
                      <a:pt x="637291" y="635904"/>
                    </a:cubicBezTo>
                    <a:cubicBezTo>
                      <a:pt x="657311" y="612599"/>
                      <a:pt x="667321" y="579306"/>
                      <a:pt x="663984" y="556000"/>
                    </a:cubicBezTo>
                    <a:cubicBezTo>
                      <a:pt x="663984" y="542683"/>
                      <a:pt x="657311" y="529365"/>
                      <a:pt x="650638" y="519377"/>
                    </a:cubicBezTo>
                    <a:cubicBezTo>
                      <a:pt x="677330" y="486084"/>
                      <a:pt x="710696" y="459449"/>
                      <a:pt x="740726" y="446132"/>
                    </a:cubicBezTo>
                    <a:cubicBezTo>
                      <a:pt x="747399" y="452791"/>
                      <a:pt x="750736" y="462779"/>
                      <a:pt x="754072" y="472767"/>
                    </a:cubicBezTo>
                    <a:cubicBezTo>
                      <a:pt x="767419" y="496072"/>
                      <a:pt x="790775" y="522707"/>
                      <a:pt x="820804" y="522707"/>
                    </a:cubicBezTo>
                    <a:cubicBezTo>
                      <a:pt x="830814" y="522707"/>
                      <a:pt x="840824" y="519377"/>
                      <a:pt x="850834" y="512719"/>
                    </a:cubicBezTo>
                    <a:cubicBezTo>
                      <a:pt x="864180" y="506060"/>
                      <a:pt x="870853" y="492743"/>
                      <a:pt x="874190" y="479425"/>
                    </a:cubicBezTo>
                    <a:cubicBezTo>
                      <a:pt x="874190" y="456120"/>
                      <a:pt x="860843" y="432815"/>
                      <a:pt x="844160" y="416168"/>
                    </a:cubicBezTo>
                    <a:cubicBezTo>
                      <a:pt x="820804" y="396192"/>
                      <a:pt x="794111" y="389533"/>
                      <a:pt x="760745" y="396192"/>
                    </a:cubicBezTo>
                    <a:cubicBezTo>
                      <a:pt x="707360" y="279665"/>
                      <a:pt x="660647" y="149821"/>
                      <a:pt x="617272" y="0"/>
                    </a:cubicBezTo>
                    <a:cubicBezTo>
                      <a:pt x="617272" y="0"/>
                      <a:pt x="617272" y="0"/>
                      <a:pt x="757409" y="0"/>
                    </a:cubicBezTo>
                    <a:cubicBezTo>
                      <a:pt x="774092" y="0"/>
                      <a:pt x="790775" y="13317"/>
                      <a:pt x="790775" y="33294"/>
                    </a:cubicBezTo>
                    <a:cubicBezTo>
                      <a:pt x="790775" y="33294"/>
                      <a:pt x="790775" y="33294"/>
                      <a:pt x="790775" y="139832"/>
                    </a:cubicBezTo>
                    <a:cubicBezTo>
                      <a:pt x="980961" y="226395"/>
                      <a:pt x="1114425" y="419497"/>
                      <a:pt x="1114425" y="642563"/>
                    </a:cubicBezTo>
                    <a:cubicBezTo>
                      <a:pt x="1114425" y="948863"/>
                      <a:pt x="864180" y="1198563"/>
                      <a:pt x="557213" y="1198563"/>
                    </a:cubicBezTo>
                    <a:cubicBezTo>
                      <a:pt x="250245" y="1198563"/>
                      <a:pt x="0" y="952192"/>
                      <a:pt x="0" y="645892"/>
                    </a:cubicBezTo>
                    <a:cubicBezTo>
                      <a:pt x="0" y="422827"/>
                      <a:pt x="133464" y="229725"/>
                      <a:pt x="323651" y="139832"/>
                    </a:cubicBezTo>
                    <a:cubicBezTo>
                      <a:pt x="323651" y="139832"/>
                      <a:pt x="323651" y="139832"/>
                      <a:pt x="323651" y="33294"/>
                    </a:cubicBezTo>
                    <a:cubicBezTo>
                      <a:pt x="323651" y="13317"/>
                      <a:pt x="336997" y="0"/>
                      <a:pt x="357017" y="0"/>
                    </a:cubicBezTo>
                    <a:close/>
                  </a:path>
                </a:pathLst>
              </a:custGeom>
              <a:solidFill>
                <a:srgbClr val="FABF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6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9836448" y="211424"/>
              <a:ext cx="16518" cy="1366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0" name="稻壳儿春秋广告/盗版必究        原创来源：http://chn.docer.com/works?userid=199329941#!/work_time"/>
          <p:cNvSpPr txBox="1"/>
          <p:nvPr/>
        </p:nvSpPr>
        <p:spPr>
          <a:xfrm>
            <a:off x="3558540" y="349250"/>
            <a:ext cx="50749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ABF24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Service Provider Interface, Provider &amp; Provider Factory</a:t>
            </a:r>
            <a:endParaRPr lang="en-US" altLang="zh-CN" sz="2400" dirty="0">
              <a:solidFill>
                <a:srgbClr val="FABF24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82" name="稻壳儿春秋广告/盗版必究        原创来源：http://chn.docer.com/works?userid=199329941#!/work_time"/>
          <p:cNvCxnSpPr/>
          <p:nvPr/>
        </p:nvCxnSpPr>
        <p:spPr>
          <a:xfrm>
            <a:off x="5968645" y="1213513"/>
            <a:ext cx="254711" cy="0"/>
          </a:xfrm>
          <a:prstGeom prst="line">
            <a:avLst/>
          </a:prstGeom>
          <a:ln w="28575">
            <a:solidFill>
              <a:srgbClr val="FAB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544483" y="0"/>
            <a:ext cx="793664" cy="1047369"/>
            <a:chOff x="544483" y="169341"/>
            <a:chExt cx="793664" cy="1047369"/>
          </a:xfrm>
        </p:grpSpPr>
        <p:sp>
          <p:nvSpPr>
            <p:cNvPr id="43" name="稻壳儿春秋广告/盗版必究        原创来源：http://chn.docer.com/works?userid=199329941#!/work_time"/>
            <p:cNvSpPr/>
            <p:nvPr/>
          </p:nvSpPr>
          <p:spPr bwMode="auto">
            <a:xfrm>
              <a:off x="837841" y="340120"/>
              <a:ext cx="216388" cy="178776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" name="稻壳儿春秋广告/盗版必究        原创来源：http://chn.docer.com/works?userid=199329941#!/work_time"/>
            <p:cNvSpPr/>
            <p:nvPr/>
          </p:nvSpPr>
          <p:spPr bwMode="auto">
            <a:xfrm>
              <a:off x="585873" y="628542"/>
              <a:ext cx="90040" cy="6825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稻壳儿春秋广告/盗版必究        原创来源：http://chn.docer.com/works?userid=199329941#!/work_time"/>
            <p:cNvSpPr/>
            <p:nvPr/>
          </p:nvSpPr>
          <p:spPr bwMode="auto">
            <a:xfrm>
              <a:off x="1216156" y="627089"/>
              <a:ext cx="90040" cy="6825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稻壳儿春秋广告/盗版必究        原创来源：http://chn.docer.com/works?userid=199329941#!/work_time"/>
            <p:cNvSpPr/>
            <p:nvPr/>
          </p:nvSpPr>
          <p:spPr bwMode="auto">
            <a:xfrm>
              <a:off x="544483" y="869618"/>
              <a:ext cx="103837" cy="54460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稻壳儿春秋广告/盗版必究        原创来源：http://chn.docer.com/works?userid=199329941#!/work_time"/>
            <p:cNvSpPr/>
            <p:nvPr/>
          </p:nvSpPr>
          <p:spPr bwMode="auto">
            <a:xfrm>
              <a:off x="1243749" y="865988"/>
              <a:ext cx="94398" cy="5518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稻壳儿春秋广告/盗版必究        原创来源：http://chn.docer.com/works?userid=199329941#!/work_time"/>
            <p:cNvSpPr/>
            <p:nvPr/>
          </p:nvSpPr>
          <p:spPr bwMode="auto">
            <a:xfrm>
              <a:off x="685353" y="1050425"/>
              <a:ext cx="79148" cy="87136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稻壳儿春秋广告/盗版必究        原创来源：http://chn.docer.com/works?userid=199329941#!/work_time"/>
            <p:cNvSpPr/>
            <p:nvPr/>
          </p:nvSpPr>
          <p:spPr bwMode="auto">
            <a:xfrm>
              <a:off x="1130473" y="1051878"/>
              <a:ext cx="76244" cy="85684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稻壳儿春秋广告/盗版必究        原创来源：http://chn.docer.com/works?userid=199329941#!/work_time"/>
            <p:cNvSpPr/>
            <p:nvPr/>
          </p:nvSpPr>
          <p:spPr bwMode="auto">
            <a:xfrm>
              <a:off x="926429" y="1123765"/>
              <a:ext cx="39211" cy="92945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稻壳儿春秋广告/盗版必究        原创来源：http://chn.docer.com/works?userid=199329941#!/work_time"/>
            <p:cNvSpPr/>
            <p:nvPr/>
          </p:nvSpPr>
          <p:spPr bwMode="auto">
            <a:xfrm>
              <a:off x="691162" y="529787"/>
              <a:ext cx="509745" cy="548231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3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937775" y="169341"/>
              <a:ext cx="16518" cy="1787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0" name="稻壳儿春秋广告/盗版必究        原创来源：http://chn.docer.com/works?userid=199329941#!/work_time"/>
          <p:cNvSpPr/>
          <p:nvPr/>
        </p:nvSpPr>
        <p:spPr>
          <a:xfrm>
            <a:off x="695324" y="1731725"/>
            <a:ext cx="5400675" cy="5126275"/>
          </a:xfrm>
          <a:prstGeom prst="rect">
            <a:avLst/>
          </a:prstGeom>
          <a:solidFill>
            <a:srgbClr val="FAB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1" name="稻壳儿春秋广告/盗版必究        原创来源：http://chn.docer.com/works?userid=199329941#!/work_time"/>
          <p:cNvSpPr txBox="1"/>
          <p:nvPr/>
        </p:nvSpPr>
        <p:spPr>
          <a:xfrm>
            <a:off x="1010572" y="2034438"/>
            <a:ext cx="4770179" cy="424624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What is an SPI?</a:t>
            </a:r>
            <a:endParaRPr lang="en-US" altLang="zh-CN" sz="1600" b="1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An </a:t>
            </a:r>
            <a:r>
              <a:rPr lang="en-US" altLang="zh-CN" sz="1200" b="1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SPI (Service Provider Interface)</a:t>
            </a:r>
            <a:r>
              <a:rPr lang="en-US" altLang="zh-CN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 is a plugin contract that allows developers to:</a:t>
            </a:r>
            <a:endParaRPr lang="en-US" altLang="zh-CN" sz="12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Extend</a:t>
            </a:r>
            <a:r>
              <a:rPr lang="en-US" altLang="zh-CN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 Keycloak’s behaviour</a:t>
            </a:r>
            <a:endParaRPr lang="en-US" altLang="zh-CN" sz="12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Override</a:t>
            </a:r>
            <a:r>
              <a:rPr lang="en-US" altLang="zh-CN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 built-in functionality</a:t>
            </a:r>
            <a:endParaRPr lang="en-US" altLang="zh-CN" sz="12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Add</a:t>
            </a:r>
            <a:r>
              <a:rPr lang="en-US" altLang="zh-CN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 new functionality that Keycloak doesn’t provide out of the box</a:t>
            </a:r>
            <a:endParaRPr lang="en-US" altLang="zh-CN" sz="12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What is a Provider?</a:t>
            </a:r>
            <a:endParaRPr lang="en-US" altLang="zh-CN" sz="1600" b="1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A </a:t>
            </a:r>
            <a:r>
              <a:rPr lang="en-US" altLang="zh-CN" sz="1200" b="1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Provider </a:t>
            </a:r>
            <a:r>
              <a:rPr lang="en-US" altLang="zh-CN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is the implentation of an SPI, and contains the actual logic.</a:t>
            </a:r>
            <a:endParaRPr lang="en-US" altLang="zh-CN" sz="12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What is a Provider Factory?</a:t>
            </a:r>
            <a:endParaRPr lang="en-US" altLang="zh-CN" sz="1600" b="1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A </a:t>
            </a:r>
            <a:r>
              <a:rPr lang="en-US" altLang="zh-CN" sz="1200" b="1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Provider Factory</a:t>
            </a:r>
            <a:r>
              <a:rPr lang="en-US" altLang="zh-CN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 defines the </a:t>
            </a:r>
            <a:r>
              <a:rPr lang="en-US" altLang="zh-CN" sz="1200" b="1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configuration</a:t>
            </a:r>
            <a:r>
              <a:rPr lang="en-US" altLang="zh-CN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, </a:t>
            </a:r>
            <a:r>
              <a:rPr lang="en-US" altLang="zh-CN" sz="1200" b="1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initialization </a:t>
            </a:r>
            <a:r>
              <a:rPr lang="en-US" altLang="zh-CN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and </a:t>
            </a:r>
            <a:r>
              <a:rPr lang="en-US" altLang="zh-CN" sz="1200" b="1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lifecycle </a:t>
            </a:r>
            <a:r>
              <a:rPr lang="en-US" altLang="zh-CN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logic for a provider. It </a:t>
            </a:r>
            <a:r>
              <a:rPr lang="en-US" altLang="zh-CN" sz="1200" b="1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registers </a:t>
            </a:r>
            <a:r>
              <a:rPr lang="en-US" altLang="zh-CN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the provider so it becomes available as part of the system.</a:t>
            </a:r>
            <a:endParaRPr lang="en-US" altLang="zh-CN" sz="12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4125" y="1731645"/>
            <a:ext cx="3742690" cy="242760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341745" y="6280785"/>
            <a:ext cx="5640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info:</a:t>
            </a:r>
            <a:br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  <a:hlinkClick r:id="rId2" action="ppaction://hlinkfile">
                  <a:extLst>
                    <a:ext uri="{DAF060AB-1E55-43B9-8AAB-6FB025537F2F}">
                      <wpsdc:hlinkClr xmlns:wpsdc="http://www.wps.cn/officeDocument/2017/drawingmlCustomData" val="FABF24"/>
                      <wpsdc:folHlinkClr xmlns:wpsdc="http://www.wps.cn/officeDocument/2017/drawingmlCustomData" val="FABF24"/>
                      <wpsdc:hlinkUnderline xmlns:wpsdc="http://www.wps.cn/officeDocument/2017/drawingmlCustomData" val="1"/>
                    </a:ext>
                  </a:extLst>
                </a:hlinkClick>
              </a:rPr>
              <a:t>Keycloak Server Developer</a:t>
            </a:r>
            <a:endParaRPr lang="en-US" alt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341745" y="4250055"/>
            <a:ext cx="5738495" cy="2030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Types:</a:t>
            </a:r>
            <a:endParaRPr 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Authentication &amp; Login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Storage &amp; Profiles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 Endpoints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 &amp; Protocol Customization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 &amp; Storage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Identity Providers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 Listeners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Themes &amp; Email Templates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Import/Export &amp; Migration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Scheduled Tasks &amp; Utility SPIs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10837058" y="0"/>
            <a:ext cx="793664" cy="1216710"/>
            <a:chOff x="1213556" y="1559117"/>
            <a:chExt cx="1093082" cy="1675726"/>
          </a:xfrm>
        </p:grpSpPr>
        <p:sp>
          <p:nvSpPr>
            <p:cNvPr id="54" name="稻壳儿春秋广告/盗版必究        原创来源：http://chn.docer.com/works?userid=199329941#!/work_time"/>
            <p:cNvSpPr/>
            <p:nvPr/>
          </p:nvSpPr>
          <p:spPr bwMode="auto">
            <a:xfrm>
              <a:off x="1617586" y="2027550"/>
              <a:ext cx="298022" cy="246221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5" name="稻壳儿春秋广告/盗版必究        原创来源：http://chn.docer.com/works?userid=199329941#!/work_time"/>
            <p:cNvSpPr/>
            <p:nvPr/>
          </p:nvSpPr>
          <p:spPr bwMode="auto">
            <a:xfrm>
              <a:off x="1270561" y="2424783"/>
              <a:ext cx="124009" cy="9400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稻壳儿春秋广告/盗版必究        原创来源：http://chn.docer.com/works?userid=199329941#!/work_time"/>
            <p:cNvSpPr/>
            <p:nvPr/>
          </p:nvSpPr>
          <p:spPr bwMode="auto">
            <a:xfrm>
              <a:off x="2138625" y="2422782"/>
              <a:ext cx="124009" cy="9400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稻壳儿春秋广告/盗版必究        原创来源：http://chn.docer.com/works?userid=199329941#!/work_time"/>
            <p:cNvSpPr/>
            <p:nvPr/>
          </p:nvSpPr>
          <p:spPr bwMode="auto">
            <a:xfrm>
              <a:off x="1213556" y="2756807"/>
              <a:ext cx="143011" cy="75006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稻壳儿春秋广告/盗版必究        原创来源：http://chn.docer.com/works?userid=199329941#!/work_time"/>
            <p:cNvSpPr/>
            <p:nvPr/>
          </p:nvSpPr>
          <p:spPr bwMode="auto">
            <a:xfrm>
              <a:off x="2176628" y="2751807"/>
              <a:ext cx="130010" cy="7600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稻壳儿春秋广告/盗版必究        原创来源：http://chn.docer.com/works?userid=199329941#!/work_time"/>
            <p:cNvSpPr/>
            <p:nvPr/>
          </p:nvSpPr>
          <p:spPr bwMode="auto">
            <a:xfrm>
              <a:off x="1407570" y="3005826"/>
              <a:ext cx="109008" cy="120009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稻壳儿春秋广告/盗版必究        原创来源：http://chn.docer.com/works?userid=199329941#!/work_time"/>
            <p:cNvSpPr/>
            <p:nvPr/>
          </p:nvSpPr>
          <p:spPr bwMode="auto">
            <a:xfrm>
              <a:off x="2020617" y="3007826"/>
              <a:ext cx="105008" cy="118009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稻壳儿春秋广告/盗版必究        原创来源：http://chn.docer.com/works?userid=199329941#!/work_time"/>
            <p:cNvSpPr/>
            <p:nvPr/>
          </p:nvSpPr>
          <p:spPr bwMode="auto">
            <a:xfrm>
              <a:off x="1739595" y="3106833"/>
              <a:ext cx="54004" cy="128010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稻壳儿春秋广告/盗版必究        原创来源：http://chn.docer.com/works?userid=199329941#!/work_time"/>
            <p:cNvSpPr/>
            <p:nvPr/>
          </p:nvSpPr>
          <p:spPr bwMode="auto">
            <a:xfrm>
              <a:off x="1415571" y="2288772"/>
              <a:ext cx="702052" cy="755057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65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1755222" y="1559117"/>
              <a:ext cx="22750" cy="4794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0281886" y="0"/>
            <a:ext cx="496626" cy="656655"/>
            <a:chOff x="9591675" y="211424"/>
            <a:chExt cx="496626" cy="656655"/>
          </a:xfrm>
        </p:grpSpPr>
        <p:grpSp>
          <p:nvGrpSpPr>
            <p:cNvPr id="4" name="组合 3"/>
            <p:cNvGrpSpPr/>
            <p:nvPr/>
          </p:nvGrpSpPr>
          <p:grpSpPr>
            <a:xfrm>
              <a:off x="9591675" y="319563"/>
              <a:ext cx="496626" cy="548516"/>
              <a:chOff x="9443156" y="340120"/>
              <a:chExt cx="793664" cy="876590"/>
            </a:xfrm>
          </p:grpSpPr>
          <p:sp>
            <p:nvSpPr>
              <p:cNvPr id="67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736514" y="340120"/>
                <a:ext cx="216388" cy="178776"/>
              </a:xfrm>
              <a:custGeom>
                <a:avLst/>
                <a:gdLst>
                  <a:gd name="connsiteX0" fmla="*/ 29984 w 473075"/>
                  <a:gd name="connsiteY0" fmla="*/ 320996 h 390846"/>
                  <a:gd name="connsiteX1" fmla="*/ 443092 w 473075"/>
                  <a:gd name="connsiteY1" fmla="*/ 320996 h 390846"/>
                  <a:gd name="connsiteX2" fmla="*/ 473075 w 473075"/>
                  <a:gd name="connsiteY2" fmla="*/ 357584 h 390846"/>
                  <a:gd name="connsiteX3" fmla="*/ 443092 w 473075"/>
                  <a:gd name="connsiteY3" fmla="*/ 390846 h 390846"/>
                  <a:gd name="connsiteX4" fmla="*/ 29984 w 473075"/>
                  <a:gd name="connsiteY4" fmla="*/ 390846 h 390846"/>
                  <a:gd name="connsiteX5" fmla="*/ 0 w 473075"/>
                  <a:gd name="connsiteY5" fmla="*/ 357584 h 390846"/>
                  <a:gd name="connsiteX6" fmla="*/ 29984 w 473075"/>
                  <a:gd name="connsiteY6" fmla="*/ 320996 h 390846"/>
                  <a:gd name="connsiteX7" fmla="*/ 29984 w 473075"/>
                  <a:gd name="connsiteY7" fmla="*/ 227334 h 390846"/>
                  <a:gd name="connsiteX8" fmla="*/ 443092 w 473075"/>
                  <a:gd name="connsiteY8" fmla="*/ 227334 h 390846"/>
                  <a:gd name="connsiteX9" fmla="*/ 473075 w 473075"/>
                  <a:gd name="connsiteY9" fmla="*/ 260671 h 390846"/>
                  <a:gd name="connsiteX10" fmla="*/ 443092 w 473075"/>
                  <a:gd name="connsiteY10" fmla="*/ 294009 h 390846"/>
                  <a:gd name="connsiteX11" fmla="*/ 29984 w 473075"/>
                  <a:gd name="connsiteY11" fmla="*/ 294009 h 390846"/>
                  <a:gd name="connsiteX12" fmla="*/ 0 w 473075"/>
                  <a:gd name="connsiteY12" fmla="*/ 260671 h 390846"/>
                  <a:gd name="connsiteX13" fmla="*/ 29984 w 473075"/>
                  <a:gd name="connsiteY13" fmla="*/ 227334 h 390846"/>
                  <a:gd name="connsiteX14" fmla="*/ 242865 w 473075"/>
                  <a:gd name="connsiteY14" fmla="*/ 359 h 390846"/>
                  <a:gd name="connsiteX15" fmla="*/ 319932 w 473075"/>
                  <a:gd name="connsiteY15" fmla="*/ 7427 h 390846"/>
                  <a:gd name="connsiteX16" fmla="*/ 353258 w 473075"/>
                  <a:gd name="connsiteY16" fmla="*/ 40689 h 390846"/>
                  <a:gd name="connsiteX17" fmla="*/ 396583 w 473075"/>
                  <a:gd name="connsiteY17" fmla="*/ 130496 h 390846"/>
                  <a:gd name="connsiteX18" fmla="*/ 443239 w 473075"/>
                  <a:gd name="connsiteY18" fmla="*/ 130496 h 390846"/>
                  <a:gd name="connsiteX19" fmla="*/ 469900 w 473075"/>
                  <a:gd name="connsiteY19" fmla="*/ 163758 h 390846"/>
                  <a:gd name="connsiteX20" fmla="*/ 443239 w 473075"/>
                  <a:gd name="connsiteY20" fmla="*/ 200346 h 390846"/>
                  <a:gd name="connsiteX21" fmla="*/ 29994 w 473075"/>
                  <a:gd name="connsiteY21" fmla="*/ 200346 h 390846"/>
                  <a:gd name="connsiteX22" fmla="*/ 0 w 473075"/>
                  <a:gd name="connsiteY22" fmla="*/ 167084 h 390846"/>
                  <a:gd name="connsiteX23" fmla="*/ 29994 w 473075"/>
                  <a:gd name="connsiteY23" fmla="*/ 130496 h 390846"/>
                  <a:gd name="connsiteX24" fmla="*/ 63320 w 473075"/>
                  <a:gd name="connsiteY24" fmla="*/ 130496 h 390846"/>
                  <a:gd name="connsiteX25" fmla="*/ 109977 w 473075"/>
                  <a:gd name="connsiteY25" fmla="*/ 44015 h 390846"/>
                  <a:gd name="connsiteX26" fmla="*/ 143303 w 473075"/>
                  <a:gd name="connsiteY26" fmla="*/ 10753 h 390846"/>
                  <a:gd name="connsiteX27" fmla="*/ 242865 w 473075"/>
                  <a:gd name="connsiteY27" fmla="*/ 359 h 390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3075" h="390846">
                    <a:moveTo>
                      <a:pt x="29984" y="320996"/>
                    </a:moveTo>
                    <a:cubicBezTo>
                      <a:pt x="29984" y="320996"/>
                      <a:pt x="29984" y="320996"/>
                      <a:pt x="443092" y="320996"/>
                    </a:cubicBezTo>
                    <a:cubicBezTo>
                      <a:pt x="459749" y="320996"/>
                      <a:pt x="473075" y="337627"/>
                      <a:pt x="473075" y="357584"/>
                    </a:cubicBezTo>
                    <a:cubicBezTo>
                      <a:pt x="473075" y="374215"/>
                      <a:pt x="459749" y="390846"/>
                      <a:pt x="443092" y="390846"/>
                    </a:cubicBezTo>
                    <a:cubicBezTo>
                      <a:pt x="443092" y="390846"/>
                      <a:pt x="443092" y="390846"/>
                      <a:pt x="29984" y="390846"/>
                    </a:cubicBezTo>
                    <a:cubicBezTo>
                      <a:pt x="13326" y="390846"/>
                      <a:pt x="0" y="374215"/>
                      <a:pt x="0" y="357584"/>
                    </a:cubicBezTo>
                    <a:cubicBezTo>
                      <a:pt x="0" y="337627"/>
                      <a:pt x="13326" y="320996"/>
                      <a:pt x="29984" y="320996"/>
                    </a:cubicBezTo>
                    <a:close/>
                    <a:moveTo>
                      <a:pt x="29984" y="227334"/>
                    </a:moveTo>
                    <a:cubicBezTo>
                      <a:pt x="29984" y="227334"/>
                      <a:pt x="29984" y="227334"/>
                      <a:pt x="443092" y="227334"/>
                    </a:cubicBezTo>
                    <a:cubicBezTo>
                      <a:pt x="459749" y="227334"/>
                      <a:pt x="469744" y="240669"/>
                      <a:pt x="473075" y="260671"/>
                    </a:cubicBezTo>
                    <a:cubicBezTo>
                      <a:pt x="473075" y="280674"/>
                      <a:pt x="459749" y="294009"/>
                      <a:pt x="443092" y="294009"/>
                    </a:cubicBezTo>
                    <a:cubicBezTo>
                      <a:pt x="443092" y="294009"/>
                      <a:pt x="443092" y="294009"/>
                      <a:pt x="29984" y="294009"/>
                    </a:cubicBezTo>
                    <a:cubicBezTo>
                      <a:pt x="13326" y="294009"/>
                      <a:pt x="0" y="280674"/>
                      <a:pt x="0" y="260671"/>
                    </a:cubicBezTo>
                    <a:cubicBezTo>
                      <a:pt x="0" y="244003"/>
                      <a:pt x="13326" y="227334"/>
                      <a:pt x="29984" y="227334"/>
                    </a:cubicBezTo>
                    <a:close/>
                    <a:moveTo>
                      <a:pt x="242865" y="359"/>
                    </a:moveTo>
                    <a:cubicBezTo>
                      <a:pt x="280774" y="1606"/>
                      <a:pt x="314933" y="5764"/>
                      <a:pt x="319932" y="7427"/>
                    </a:cubicBezTo>
                    <a:cubicBezTo>
                      <a:pt x="329930" y="10753"/>
                      <a:pt x="353258" y="40689"/>
                      <a:pt x="353258" y="40689"/>
                    </a:cubicBezTo>
                    <a:cubicBezTo>
                      <a:pt x="353258" y="40689"/>
                      <a:pt x="353258" y="40689"/>
                      <a:pt x="396583" y="130496"/>
                    </a:cubicBezTo>
                    <a:cubicBezTo>
                      <a:pt x="396583" y="130496"/>
                      <a:pt x="396583" y="130496"/>
                      <a:pt x="443239" y="130496"/>
                    </a:cubicBezTo>
                    <a:cubicBezTo>
                      <a:pt x="456570" y="130496"/>
                      <a:pt x="469900" y="147127"/>
                      <a:pt x="469900" y="163758"/>
                    </a:cubicBezTo>
                    <a:cubicBezTo>
                      <a:pt x="469900" y="183715"/>
                      <a:pt x="456570" y="200346"/>
                      <a:pt x="443239" y="200346"/>
                    </a:cubicBezTo>
                    <a:cubicBezTo>
                      <a:pt x="443239" y="200346"/>
                      <a:pt x="443239" y="200346"/>
                      <a:pt x="29994" y="200346"/>
                    </a:cubicBezTo>
                    <a:cubicBezTo>
                      <a:pt x="13331" y="200346"/>
                      <a:pt x="0" y="183715"/>
                      <a:pt x="0" y="167084"/>
                    </a:cubicBezTo>
                    <a:cubicBezTo>
                      <a:pt x="0" y="147127"/>
                      <a:pt x="13331" y="130496"/>
                      <a:pt x="29994" y="130496"/>
                    </a:cubicBezTo>
                    <a:cubicBezTo>
                      <a:pt x="29994" y="130496"/>
                      <a:pt x="29994" y="130496"/>
                      <a:pt x="63320" y="130496"/>
                    </a:cubicBezTo>
                    <a:cubicBezTo>
                      <a:pt x="73318" y="110539"/>
                      <a:pt x="96646" y="67298"/>
                      <a:pt x="109977" y="44015"/>
                    </a:cubicBezTo>
                    <a:cubicBezTo>
                      <a:pt x="123307" y="14079"/>
                      <a:pt x="143303" y="10753"/>
                      <a:pt x="143303" y="10753"/>
                    </a:cubicBezTo>
                    <a:cubicBezTo>
                      <a:pt x="163299" y="775"/>
                      <a:pt x="204957" y="-889"/>
                      <a:pt x="242865" y="359"/>
                    </a:cubicBezTo>
                    <a:close/>
                  </a:path>
                </a:pathLst>
              </a:custGeom>
              <a:solidFill>
                <a:srgbClr val="F7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68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484546" y="628542"/>
                <a:ext cx="90040" cy="68257"/>
              </a:xfrm>
              <a:custGeom>
                <a:avLst/>
                <a:gdLst>
                  <a:gd name="T0" fmla="*/ 7 w 59"/>
                  <a:gd name="T1" fmla="*/ 26 h 45"/>
                  <a:gd name="T2" fmla="*/ 38 w 59"/>
                  <a:gd name="T3" fmla="*/ 42 h 45"/>
                  <a:gd name="T4" fmla="*/ 56 w 59"/>
                  <a:gd name="T5" fmla="*/ 37 h 45"/>
                  <a:gd name="T6" fmla="*/ 56 w 59"/>
                  <a:gd name="T7" fmla="*/ 37 h 45"/>
                  <a:gd name="T8" fmla="*/ 51 w 59"/>
                  <a:gd name="T9" fmla="*/ 19 h 45"/>
                  <a:gd name="T10" fmla="*/ 20 w 59"/>
                  <a:gd name="T11" fmla="*/ 3 h 45"/>
                  <a:gd name="T12" fmla="*/ 2 w 59"/>
                  <a:gd name="T13" fmla="*/ 8 h 45"/>
                  <a:gd name="T14" fmla="*/ 0 w 59"/>
                  <a:gd name="T15" fmla="*/ 15 h 45"/>
                  <a:gd name="T16" fmla="*/ 7 w 59"/>
                  <a:gd name="T17" fmla="*/ 2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5">
                    <a:moveTo>
                      <a:pt x="7" y="26"/>
                    </a:moveTo>
                    <a:cubicBezTo>
                      <a:pt x="17" y="31"/>
                      <a:pt x="28" y="36"/>
                      <a:pt x="38" y="42"/>
                    </a:cubicBezTo>
                    <a:cubicBezTo>
                      <a:pt x="44" y="45"/>
                      <a:pt x="53" y="43"/>
                      <a:pt x="56" y="37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9" y="30"/>
                      <a:pt x="58" y="22"/>
                      <a:pt x="51" y="19"/>
                    </a:cubicBezTo>
                    <a:cubicBezTo>
                      <a:pt x="41" y="13"/>
                      <a:pt x="30" y="8"/>
                      <a:pt x="20" y="3"/>
                    </a:cubicBezTo>
                    <a:cubicBezTo>
                      <a:pt x="14" y="0"/>
                      <a:pt x="5" y="2"/>
                      <a:pt x="2" y="8"/>
                    </a:cubicBezTo>
                    <a:cubicBezTo>
                      <a:pt x="1" y="10"/>
                      <a:pt x="0" y="13"/>
                      <a:pt x="0" y="15"/>
                    </a:cubicBezTo>
                    <a:cubicBezTo>
                      <a:pt x="1" y="20"/>
                      <a:pt x="3" y="24"/>
                      <a:pt x="7" y="26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114829" y="627089"/>
                <a:ext cx="90040" cy="68257"/>
              </a:xfrm>
              <a:custGeom>
                <a:avLst/>
                <a:gdLst>
                  <a:gd name="T0" fmla="*/ 3 w 59"/>
                  <a:gd name="T1" fmla="*/ 38 h 45"/>
                  <a:gd name="T2" fmla="*/ 21 w 59"/>
                  <a:gd name="T3" fmla="*/ 42 h 45"/>
                  <a:gd name="T4" fmla="*/ 52 w 59"/>
                  <a:gd name="T5" fmla="*/ 26 h 45"/>
                  <a:gd name="T6" fmla="*/ 59 w 59"/>
                  <a:gd name="T7" fmla="*/ 16 h 45"/>
                  <a:gd name="T8" fmla="*/ 57 w 59"/>
                  <a:gd name="T9" fmla="*/ 8 h 45"/>
                  <a:gd name="T10" fmla="*/ 39 w 59"/>
                  <a:gd name="T11" fmla="*/ 4 h 45"/>
                  <a:gd name="T12" fmla="*/ 8 w 59"/>
                  <a:gd name="T13" fmla="*/ 19 h 45"/>
                  <a:gd name="T14" fmla="*/ 3 w 59"/>
                  <a:gd name="T15" fmla="*/ 37 h 45"/>
                  <a:gd name="T16" fmla="*/ 3 w 59"/>
                  <a:gd name="T17" fmla="*/ 3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5">
                    <a:moveTo>
                      <a:pt x="3" y="38"/>
                    </a:moveTo>
                    <a:cubicBezTo>
                      <a:pt x="6" y="44"/>
                      <a:pt x="15" y="45"/>
                      <a:pt x="21" y="42"/>
                    </a:cubicBezTo>
                    <a:cubicBezTo>
                      <a:pt x="31" y="37"/>
                      <a:pt x="42" y="32"/>
                      <a:pt x="52" y="26"/>
                    </a:cubicBezTo>
                    <a:cubicBezTo>
                      <a:pt x="56" y="24"/>
                      <a:pt x="58" y="20"/>
                      <a:pt x="59" y="16"/>
                    </a:cubicBezTo>
                    <a:cubicBezTo>
                      <a:pt x="59" y="13"/>
                      <a:pt x="58" y="11"/>
                      <a:pt x="57" y="8"/>
                    </a:cubicBezTo>
                    <a:cubicBezTo>
                      <a:pt x="54" y="2"/>
                      <a:pt x="45" y="0"/>
                      <a:pt x="39" y="4"/>
                    </a:cubicBezTo>
                    <a:cubicBezTo>
                      <a:pt x="28" y="9"/>
                      <a:pt x="18" y="14"/>
                      <a:pt x="8" y="19"/>
                    </a:cubicBezTo>
                    <a:cubicBezTo>
                      <a:pt x="1" y="23"/>
                      <a:pt x="0" y="31"/>
                      <a:pt x="3" y="37"/>
                    </a:cubicBezTo>
                    <a:cubicBezTo>
                      <a:pt x="3" y="37"/>
                      <a:pt x="3" y="37"/>
                      <a:pt x="3" y="38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443156" y="869618"/>
                <a:ext cx="103837" cy="54460"/>
              </a:xfrm>
              <a:custGeom>
                <a:avLst/>
                <a:gdLst>
                  <a:gd name="T0" fmla="*/ 24 w 68"/>
                  <a:gd name="T1" fmla="*/ 33 h 36"/>
                  <a:gd name="T2" fmla="*/ 58 w 68"/>
                  <a:gd name="T3" fmla="*/ 26 h 36"/>
                  <a:gd name="T4" fmla="*/ 65 w 68"/>
                  <a:gd name="T5" fmla="*/ 21 h 36"/>
                  <a:gd name="T6" fmla="*/ 67 w 68"/>
                  <a:gd name="T7" fmla="*/ 17 h 36"/>
                  <a:gd name="T8" fmla="*/ 67 w 68"/>
                  <a:gd name="T9" fmla="*/ 10 h 36"/>
                  <a:gd name="T10" fmla="*/ 67 w 68"/>
                  <a:gd name="T11" fmla="*/ 9 h 36"/>
                  <a:gd name="T12" fmla="*/ 56 w 68"/>
                  <a:gd name="T13" fmla="*/ 0 h 36"/>
                  <a:gd name="T14" fmla="*/ 51 w 68"/>
                  <a:gd name="T15" fmla="*/ 0 h 36"/>
                  <a:gd name="T16" fmla="*/ 17 w 68"/>
                  <a:gd name="T17" fmla="*/ 8 h 36"/>
                  <a:gd name="T18" fmla="*/ 24 w 68"/>
                  <a:gd name="T19" fmla="*/ 3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36">
                    <a:moveTo>
                      <a:pt x="24" y="33"/>
                    </a:moveTo>
                    <a:cubicBezTo>
                      <a:pt x="35" y="31"/>
                      <a:pt x="47" y="28"/>
                      <a:pt x="58" y="26"/>
                    </a:cubicBezTo>
                    <a:cubicBezTo>
                      <a:pt x="61" y="25"/>
                      <a:pt x="64" y="23"/>
                      <a:pt x="65" y="21"/>
                    </a:cubicBezTo>
                    <a:cubicBezTo>
                      <a:pt x="66" y="19"/>
                      <a:pt x="67" y="18"/>
                      <a:pt x="67" y="17"/>
                    </a:cubicBezTo>
                    <a:cubicBezTo>
                      <a:pt x="68" y="14"/>
                      <a:pt x="68" y="12"/>
                      <a:pt x="67" y="10"/>
                    </a:cubicBezTo>
                    <a:cubicBezTo>
                      <a:pt x="67" y="10"/>
                      <a:pt x="67" y="9"/>
                      <a:pt x="67" y="9"/>
                    </a:cubicBezTo>
                    <a:cubicBezTo>
                      <a:pt x="66" y="3"/>
                      <a:pt x="61" y="0"/>
                      <a:pt x="56" y="0"/>
                    </a:cubicBezTo>
                    <a:cubicBezTo>
                      <a:pt x="55" y="0"/>
                      <a:pt x="53" y="0"/>
                      <a:pt x="51" y="0"/>
                    </a:cubicBezTo>
                    <a:cubicBezTo>
                      <a:pt x="40" y="3"/>
                      <a:pt x="28" y="5"/>
                      <a:pt x="17" y="8"/>
                    </a:cubicBezTo>
                    <a:cubicBezTo>
                      <a:pt x="0" y="11"/>
                      <a:pt x="7" y="36"/>
                      <a:pt x="24" y="33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142422" y="865988"/>
                <a:ext cx="94398" cy="55186"/>
              </a:xfrm>
              <a:custGeom>
                <a:avLst/>
                <a:gdLst>
                  <a:gd name="T0" fmla="*/ 1 w 62"/>
                  <a:gd name="T1" fmla="*/ 13 h 36"/>
                  <a:gd name="T2" fmla="*/ 10 w 62"/>
                  <a:gd name="T3" fmla="*/ 27 h 36"/>
                  <a:gd name="T4" fmla="*/ 44 w 62"/>
                  <a:gd name="T5" fmla="*/ 35 h 36"/>
                  <a:gd name="T6" fmla="*/ 60 w 62"/>
                  <a:gd name="T7" fmla="*/ 26 h 36"/>
                  <a:gd name="T8" fmla="*/ 61 w 62"/>
                  <a:gd name="T9" fmla="*/ 25 h 36"/>
                  <a:gd name="T10" fmla="*/ 51 w 62"/>
                  <a:gd name="T11" fmla="*/ 9 h 36"/>
                  <a:gd name="T12" fmla="*/ 17 w 62"/>
                  <a:gd name="T13" fmla="*/ 2 h 36"/>
                  <a:gd name="T14" fmla="*/ 1 w 62"/>
                  <a:gd name="T15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36">
                    <a:moveTo>
                      <a:pt x="1" y="13"/>
                    </a:moveTo>
                    <a:cubicBezTo>
                      <a:pt x="0" y="19"/>
                      <a:pt x="2" y="26"/>
                      <a:pt x="10" y="27"/>
                    </a:cubicBezTo>
                    <a:cubicBezTo>
                      <a:pt x="22" y="30"/>
                      <a:pt x="33" y="32"/>
                      <a:pt x="44" y="35"/>
                    </a:cubicBezTo>
                    <a:cubicBezTo>
                      <a:pt x="51" y="36"/>
                      <a:pt x="59" y="33"/>
                      <a:pt x="60" y="26"/>
                    </a:cubicBezTo>
                    <a:cubicBezTo>
                      <a:pt x="60" y="25"/>
                      <a:pt x="60" y="25"/>
                      <a:pt x="61" y="25"/>
                    </a:cubicBezTo>
                    <a:cubicBezTo>
                      <a:pt x="62" y="19"/>
                      <a:pt x="59" y="11"/>
                      <a:pt x="51" y="9"/>
                    </a:cubicBezTo>
                    <a:cubicBezTo>
                      <a:pt x="40" y="7"/>
                      <a:pt x="29" y="4"/>
                      <a:pt x="17" y="2"/>
                    </a:cubicBezTo>
                    <a:cubicBezTo>
                      <a:pt x="8" y="0"/>
                      <a:pt x="2" y="6"/>
                      <a:pt x="1" y="13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584026" y="1050425"/>
                <a:ext cx="79148" cy="87136"/>
              </a:xfrm>
              <a:custGeom>
                <a:avLst/>
                <a:gdLst>
                  <a:gd name="T0" fmla="*/ 6 w 52"/>
                  <a:gd name="T1" fmla="*/ 51 h 57"/>
                  <a:gd name="T2" fmla="*/ 6 w 52"/>
                  <a:gd name="T3" fmla="*/ 51 h 57"/>
                  <a:gd name="T4" fmla="*/ 25 w 52"/>
                  <a:gd name="T5" fmla="*/ 51 h 57"/>
                  <a:gd name="T6" fmla="*/ 47 w 52"/>
                  <a:gd name="T7" fmla="*/ 24 h 57"/>
                  <a:gd name="T8" fmla="*/ 47 w 52"/>
                  <a:gd name="T9" fmla="*/ 5 h 57"/>
                  <a:gd name="T10" fmla="*/ 46 w 52"/>
                  <a:gd name="T11" fmla="*/ 4 h 57"/>
                  <a:gd name="T12" fmla="*/ 28 w 52"/>
                  <a:gd name="T13" fmla="*/ 5 h 57"/>
                  <a:gd name="T14" fmla="*/ 6 w 52"/>
                  <a:gd name="T15" fmla="*/ 32 h 57"/>
                  <a:gd name="T16" fmla="*/ 6 w 52"/>
                  <a:gd name="T17" fmla="*/ 5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" h="57">
                    <a:moveTo>
                      <a:pt x="6" y="51"/>
                    </a:moveTo>
                    <a:cubicBezTo>
                      <a:pt x="6" y="51"/>
                      <a:pt x="6" y="51"/>
                      <a:pt x="6" y="51"/>
                    </a:cubicBezTo>
                    <a:cubicBezTo>
                      <a:pt x="12" y="55"/>
                      <a:pt x="20" y="57"/>
                      <a:pt x="25" y="51"/>
                    </a:cubicBezTo>
                    <a:cubicBezTo>
                      <a:pt x="32" y="42"/>
                      <a:pt x="40" y="33"/>
                      <a:pt x="47" y="24"/>
                    </a:cubicBezTo>
                    <a:cubicBezTo>
                      <a:pt x="51" y="18"/>
                      <a:pt x="52" y="10"/>
                      <a:pt x="47" y="5"/>
                    </a:cubicBezTo>
                    <a:cubicBezTo>
                      <a:pt x="46" y="5"/>
                      <a:pt x="46" y="4"/>
                      <a:pt x="46" y="4"/>
                    </a:cubicBezTo>
                    <a:cubicBezTo>
                      <a:pt x="41" y="0"/>
                      <a:pt x="32" y="0"/>
                      <a:pt x="28" y="5"/>
                    </a:cubicBezTo>
                    <a:cubicBezTo>
                      <a:pt x="21" y="14"/>
                      <a:pt x="13" y="23"/>
                      <a:pt x="6" y="32"/>
                    </a:cubicBezTo>
                    <a:cubicBezTo>
                      <a:pt x="2" y="37"/>
                      <a:pt x="0" y="46"/>
                      <a:pt x="6" y="51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029146" y="1051878"/>
                <a:ext cx="76244" cy="85684"/>
              </a:xfrm>
              <a:custGeom>
                <a:avLst/>
                <a:gdLst>
                  <a:gd name="T0" fmla="*/ 4 w 50"/>
                  <a:gd name="T1" fmla="*/ 22 h 56"/>
                  <a:gd name="T2" fmla="*/ 26 w 50"/>
                  <a:gd name="T3" fmla="*/ 50 h 56"/>
                  <a:gd name="T4" fmla="*/ 44 w 50"/>
                  <a:gd name="T5" fmla="*/ 50 h 56"/>
                  <a:gd name="T6" fmla="*/ 44 w 50"/>
                  <a:gd name="T7" fmla="*/ 49 h 56"/>
                  <a:gd name="T8" fmla="*/ 44 w 50"/>
                  <a:gd name="T9" fmla="*/ 31 h 56"/>
                  <a:gd name="T10" fmla="*/ 22 w 50"/>
                  <a:gd name="T11" fmla="*/ 4 h 56"/>
                  <a:gd name="T12" fmla="*/ 12 w 50"/>
                  <a:gd name="T13" fmla="*/ 0 h 56"/>
                  <a:gd name="T14" fmla="*/ 4 w 50"/>
                  <a:gd name="T15" fmla="*/ 4 h 56"/>
                  <a:gd name="T16" fmla="*/ 0 w 50"/>
                  <a:gd name="T17" fmla="*/ 11 h 56"/>
                  <a:gd name="T18" fmla="*/ 4 w 50"/>
                  <a:gd name="T19" fmla="*/ 2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" h="56">
                    <a:moveTo>
                      <a:pt x="4" y="22"/>
                    </a:moveTo>
                    <a:cubicBezTo>
                      <a:pt x="11" y="32"/>
                      <a:pt x="18" y="41"/>
                      <a:pt x="26" y="50"/>
                    </a:cubicBezTo>
                    <a:cubicBezTo>
                      <a:pt x="30" y="56"/>
                      <a:pt x="39" y="54"/>
                      <a:pt x="44" y="50"/>
                    </a:cubicBezTo>
                    <a:cubicBezTo>
                      <a:pt x="44" y="50"/>
                      <a:pt x="44" y="49"/>
                      <a:pt x="44" y="49"/>
                    </a:cubicBezTo>
                    <a:cubicBezTo>
                      <a:pt x="50" y="45"/>
                      <a:pt x="48" y="36"/>
                      <a:pt x="44" y="31"/>
                    </a:cubicBezTo>
                    <a:cubicBezTo>
                      <a:pt x="37" y="22"/>
                      <a:pt x="30" y="13"/>
                      <a:pt x="22" y="4"/>
                    </a:cubicBezTo>
                    <a:cubicBezTo>
                      <a:pt x="20" y="1"/>
                      <a:pt x="16" y="0"/>
                      <a:pt x="12" y="0"/>
                    </a:cubicBezTo>
                    <a:cubicBezTo>
                      <a:pt x="9" y="0"/>
                      <a:pt x="6" y="2"/>
                      <a:pt x="4" y="4"/>
                    </a:cubicBezTo>
                    <a:cubicBezTo>
                      <a:pt x="1" y="6"/>
                      <a:pt x="0" y="9"/>
                      <a:pt x="0" y="11"/>
                    </a:cubicBezTo>
                    <a:cubicBezTo>
                      <a:pt x="0" y="15"/>
                      <a:pt x="1" y="19"/>
                      <a:pt x="4" y="22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825102" y="1123765"/>
                <a:ext cx="39211" cy="92945"/>
              </a:xfrm>
              <a:custGeom>
                <a:avLst/>
                <a:gdLst>
                  <a:gd name="T0" fmla="*/ 13 w 26"/>
                  <a:gd name="T1" fmla="*/ 61 h 61"/>
                  <a:gd name="T2" fmla="*/ 13 w 26"/>
                  <a:gd name="T3" fmla="*/ 61 h 61"/>
                  <a:gd name="T4" fmla="*/ 26 w 26"/>
                  <a:gd name="T5" fmla="*/ 48 h 61"/>
                  <a:gd name="T6" fmla="*/ 26 w 26"/>
                  <a:gd name="T7" fmla="*/ 13 h 61"/>
                  <a:gd name="T8" fmla="*/ 13 w 26"/>
                  <a:gd name="T9" fmla="*/ 0 h 61"/>
                  <a:gd name="T10" fmla="*/ 13 w 26"/>
                  <a:gd name="T11" fmla="*/ 0 h 61"/>
                  <a:gd name="T12" fmla="*/ 4 w 26"/>
                  <a:gd name="T13" fmla="*/ 3 h 61"/>
                  <a:gd name="T14" fmla="*/ 0 w 26"/>
                  <a:gd name="T15" fmla="*/ 13 h 61"/>
                  <a:gd name="T16" fmla="*/ 0 w 26"/>
                  <a:gd name="T17" fmla="*/ 48 h 61"/>
                  <a:gd name="T18" fmla="*/ 13 w 26"/>
                  <a:gd name="T19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" h="61">
                    <a:moveTo>
                      <a:pt x="13" y="61"/>
                    </a:moveTo>
                    <a:cubicBezTo>
                      <a:pt x="13" y="61"/>
                      <a:pt x="13" y="61"/>
                      <a:pt x="13" y="61"/>
                    </a:cubicBezTo>
                    <a:cubicBezTo>
                      <a:pt x="20" y="61"/>
                      <a:pt x="26" y="56"/>
                      <a:pt x="26" y="48"/>
                    </a:cubicBezTo>
                    <a:cubicBezTo>
                      <a:pt x="26" y="37"/>
                      <a:pt x="26" y="25"/>
                      <a:pt x="26" y="13"/>
                    </a:cubicBezTo>
                    <a:cubicBezTo>
                      <a:pt x="26" y="6"/>
                      <a:pt x="21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9" y="0"/>
                      <a:pt x="7" y="2"/>
                      <a:pt x="4" y="3"/>
                    </a:cubicBezTo>
                    <a:cubicBezTo>
                      <a:pt x="2" y="6"/>
                      <a:pt x="0" y="9"/>
                      <a:pt x="0" y="13"/>
                    </a:cubicBezTo>
                    <a:cubicBezTo>
                      <a:pt x="0" y="25"/>
                      <a:pt x="0" y="37"/>
                      <a:pt x="0" y="48"/>
                    </a:cubicBezTo>
                    <a:cubicBezTo>
                      <a:pt x="0" y="55"/>
                      <a:pt x="6" y="61"/>
                      <a:pt x="13" y="61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589835" y="529787"/>
                <a:ext cx="509745" cy="548231"/>
              </a:xfrm>
              <a:custGeom>
                <a:avLst/>
                <a:gdLst>
                  <a:gd name="connsiteX0" fmla="*/ 623744 w 1114425"/>
                  <a:gd name="connsiteY0" fmla="*/ 549275 h 1198563"/>
                  <a:gd name="connsiteX1" fmla="*/ 620425 w 1114425"/>
                  <a:gd name="connsiteY1" fmla="*/ 595948 h 1198563"/>
                  <a:gd name="connsiteX2" fmla="*/ 600508 w 1114425"/>
                  <a:gd name="connsiteY2" fmla="*/ 612616 h 1198563"/>
                  <a:gd name="connsiteX3" fmla="*/ 593870 w 1114425"/>
                  <a:gd name="connsiteY3" fmla="*/ 615950 h 1198563"/>
                  <a:gd name="connsiteX4" fmla="*/ 590550 w 1114425"/>
                  <a:gd name="connsiteY4" fmla="*/ 612616 h 1198563"/>
                  <a:gd name="connsiteX5" fmla="*/ 593870 w 1114425"/>
                  <a:gd name="connsiteY5" fmla="*/ 592614 h 1198563"/>
                  <a:gd name="connsiteX6" fmla="*/ 620425 w 1114425"/>
                  <a:gd name="connsiteY6" fmla="*/ 552609 h 1198563"/>
                  <a:gd name="connsiteX7" fmla="*/ 623744 w 1114425"/>
                  <a:gd name="connsiteY7" fmla="*/ 549275 h 1198563"/>
                  <a:gd name="connsiteX8" fmla="*/ 444357 w 1114425"/>
                  <a:gd name="connsiteY8" fmla="*/ 546100 h 1198563"/>
                  <a:gd name="connsiteX9" fmla="*/ 441038 w 1114425"/>
                  <a:gd name="connsiteY9" fmla="*/ 582117 h 1198563"/>
                  <a:gd name="connsiteX10" fmla="*/ 421121 w 1114425"/>
                  <a:gd name="connsiteY10" fmla="*/ 598488 h 1198563"/>
                  <a:gd name="connsiteX11" fmla="*/ 414483 w 1114425"/>
                  <a:gd name="connsiteY11" fmla="*/ 591940 h 1198563"/>
                  <a:gd name="connsiteX12" fmla="*/ 417802 w 1114425"/>
                  <a:gd name="connsiteY12" fmla="*/ 575568 h 1198563"/>
                  <a:gd name="connsiteX13" fmla="*/ 444357 w 1114425"/>
                  <a:gd name="connsiteY13" fmla="*/ 546100 h 1198563"/>
                  <a:gd name="connsiteX14" fmla="*/ 781050 w 1114425"/>
                  <a:gd name="connsiteY14" fmla="*/ 431800 h 1198563"/>
                  <a:gd name="connsiteX15" fmla="*/ 784324 w 1114425"/>
                  <a:gd name="connsiteY15" fmla="*/ 431800 h 1198563"/>
                  <a:gd name="connsiteX16" fmla="*/ 826890 w 1114425"/>
                  <a:gd name="connsiteY16" fmla="*/ 455507 h 1198563"/>
                  <a:gd name="connsiteX17" fmla="*/ 833438 w 1114425"/>
                  <a:gd name="connsiteY17" fmla="*/ 475827 h 1198563"/>
                  <a:gd name="connsiteX18" fmla="*/ 820341 w 1114425"/>
                  <a:gd name="connsiteY18" fmla="*/ 482600 h 1198563"/>
                  <a:gd name="connsiteX19" fmla="*/ 817067 w 1114425"/>
                  <a:gd name="connsiteY19" fmla="*/ 482600 h 1198563"/>
                  <a:gd name="connsiteX20" fmla="*/ 790873 w 1114425"/>
                  <a:gd name="connsiteY20" fmla="*/ 452120 h 1198563"/>
                  <a:gd name="connsiteX21" fmla="*/ 781050 w 1114425"/>
                  <a:gd name="connsiteY21" fmla="*/ 431800 h 1198563"/>
                  <a:gd name="connsiteX22" fmla="*/ 320676 w 1114425"/>
                  <a:gd name="connsiteY22" fmla="*/ 415925 h 1198563"/>
                  <a:gd name="connsiteX23" fmla="*/ 300832 w 1114425"/>
                  <a:gd name="connsiteY23" fmla="*/ 452905 h 1198563"/>
                  <a:gd name="connsiteX24" fmla="*/ 287603 w 1114425"/>
                  <a:gd name="connsiteY24" fmla="*/ 473075 h 1198563"/>
                  <a:gd name="connsiteX25" fmla="*/ 280988 w 1114425"/>
                  <a:gd name="connsiteY25" fmla="*/ 456266 h 1198563"/>
                  <a:gd name="connsiteX26" fmla="*/ 287603 w 1114425"/>
                  <a:gd name="connsiteY26" fmla="*/ 429372 h 1198563"/>
                  <a:gd name="connsiteX27" fmla="*/ 320676 w 1114425"/>
                  <a:gd name="connsiteY27" fmla="*/ 415925 h 1198563"/>
                  <a:gd name="connsiteX28" fmla="*/ 514259 w 1114425"/>
                  <a:gd name="connsiteY28" fmla="*/ 0 h 1198563"/>
                  <a:gd name="connsiteX29" fmla="*/ 577484 w 1114425"/>
                  <a:gd name="connsiteY29" fmla="*/ 0 h 1198563"/>
                  <a:gd name="connsiteX30" fmla="*/ 723900 w 1114425"/>
                  <a:gd name="connsiteY30" fmla="*/ 408996 h 1198563"/>
                  <a:gd name="connsiteX31" fmla="*/ 620743 w 1114425"/>
                  <a:gd name="connsiteY31" fmla="*/ 492125 h 1198563"/>
                  <a:gd name="connsiteX32" fmla="*/ 557518 w 1114425"/>
                  <a:gd name="connsiteY32" fmla="*/ 475499 h 1198563"/>
                  <a:gd name="connsiteX33" fmla="*/ 467672 w 1114425"/>
                  <a:gd name="connsiteY33" fmla="*/ 485475 h 1198563"/>
                  <a:gd name="connsiteX34" fmla="*/ 377825 w 1114425"/>
                  <a:gd name="connsiteY34" fmla="*/ 385720 h 1198563"/>
                  <a:gd name="connsiteX35" fmla="*/ 514259 w 1114425"/>
                  <a:gd name="connsiteY35" fmla="*/ 0 h 1198563"/>
                  <a:gd name="connsiteX36" fmla="*/ 357017 w 1114425"/>
                  <a:gd name="connsiteY36" fmla="*/ 0 h 1198563"/>
                  <a:gd name="connsiteX37" fmla="*/ 473798 w 1114425"/>
                  <a:gd name="connsiteY37" fmla="*/ 0 h 1198563"/>
                  <a:gd name="connsiteX38" fmla="*/ 336997 w 1114425"/>
                  <a:gd name="connsiteY38" fmla="*/ 376216 h 1198563"/>
                  <a:gd name="connsiteX39" fmla="*/ 326987 w 1114425"/>
                  <a:gd name="connsiteY39" fmla="*/ 376216 h 1198563"/>
                  <a:gd name="connsiteX40" fmla="*/ 246909 w 1114425"/>
                  <a:gd name="connsiteY40" fmla="*/ 422827 h 1198563"/>
                  <a:gd name="connsiteX41" fmla="*/ 260255 w 1114425"/>
                  <a:gd name="connsiteY41" fmla="*/ 502731 h 1198563"/>
                  <a:gd name="connsiteX42" fmla="*/ 283611 w 1114425"/>
                  <a:gd name="connsiteY42" fmla="*/ 512719 h 1198563"/>
                  <a:gd name="connsiteX43" fmla="*/ 333660 w 1114425"/>
                  <a:gd name="connsiteY43" fmla="*/ 476096 h 1198563"/>
                  <a:gd name="connsiteX44" fmla="*/ 336997 w 1114425"/>
                  <a:gd name="connsiteY44" fmla="*/ 472767 h 1198563"/>
                  <a:gd name="connsiteX45" fmla="*/ 360353 w 1114425"/>
                  <a:gd name="connsiteY45" fmla="*/ 422827 h 1198563"/>
                  <a:gd name="connsiteX46" fmla="*/ 433758 w 1114425"/>
                  <a:gd name="connsiteY46" fmla="*/ 506060 h 1198563"/>
                  <a:gd name="connsiteX47" fmla="*/ 420412 w 1114425"/>
                  <a:gd name="connsiteY47" fmla="*/ 516048 h 1198563"/>
                  <a:gd name="connsiteX48" fmla="*/ 373700 w 1114425"/>
                  <a:gd name="connsiteY48" fmla="*/ 582635 h 1198563"/>
                  <a:gd name="connsiteX49" fmla="*/ 390383 w 1114425"/>
                  <a:gd name="connsiteY49" fmla="*/ 629246 h 1198563"/>
                  <a:gd name="connsiteX50" fmla="*/ 420412 w 1114425"/>
                  <a:gd name="connsiteY50" fmla="*/ 639234 h 1198563"/>
                  <a:gd name="connsiteX51" fmla="*/ 453778 w 1114425"/>
                  <a:gd name="connsiteY51" fmla="*/ 629246 h 1198563"/>
                  <a:gd name="connsiteX52" fmla="*/ 483807 w 1114425"/>
                  <a:gd name="connsiteY52" fmla="*/ 549342 h 1198563"/>
                  <a:gd name="connsiteX53" fmla="*/ 477134 w 1114425"/>
                  <a:gd name="connsiteY53" fmla="*/ 526036 h 1198563"/>
                  <a:gd name="connsiteX54" fmla="*/ 490481 w 1114425"/>
                  <a:gd name="connsiteY54" fmla="*/ 519377 h 1198563"/>
                  <a:gd name="connsiteX55" fmla="*/ 577232 w 1114425"/>
                  <a:gd name="connsiteY55" fmla="*/ 516048 h 1198563"/>
                  <a:gd name="connsiteX56" fmla="*/ 593915 w 1114425"/>
                  <a:gd name="connsiteY56" fmla="*/ 522707 h 1198563"/>
                  <a:gd name="connsiteX57" fmla="*/ 590579 w 1114425"/>
                  <a:gd name="connsiteY57" fmla="*/ 526036 h 1198563"/>
                  <a:gd name="connsiteX58" fmla="*/ 550540 w 1114425"/>
                  <a:gd name="connsiteY58" fmla="*/ 612599 h 1198563"/>
                  <a:gd name="connsiteX59" fmla="*/ 570559 w 1114425"/>
                  <a:gd name="connsiteY59" fmla="*/ 645892 h 1198563"/>
                  <a:gd name="connsiteX60" fmla="*/ 637291 w 1114425"/>
                  <a:gd name="connsiteY60" fmla="*/ 635904 h 1198563"/>
                  <a:gd name="connsiteX61" fmla="*/ 663984 w 1114425"/>
                  <a:gd name="connsiteY61" fmla="*/ 556000 h 1198563"/>
                  <a:gd name="connsiteX62" fmla="*/ 650638 w 1114425"/>
                  <a:gd name="connsiteY62" fmla="*/ 519377 h 1198563"/>
                  <a:gd name="connsiteX63" fmla="*/ 740726 w 1114425"/>
                  <a:gd name="connsiteY63" fmla="*/ 446132 h 1198563"/>
                  <a:gd name="connsiteX64" fmla="*/ 754072 w 1114425"/>
                  <a:gd name="connsiteY64" fmla="*/ 472767 h 1198563"/>
                  <a:gd name="connsiteX65" fmla="*/ 820804 w 1114425"/>
                  <a:gd name="connsiteY65" fmla="*/ 522707 h 1198563"/>
                  <a:gd name="connsiteX66" fmla="*/ 850834 w 1114425"/>
                  <a:gd name="connsiteY66" fmla="*/ 512719 h 1198563"/>
                  <a:gd name="connsiteX67" fmla="*/ 874190 w 1114425"/>
                  <a:gd name="connsiteY67" fmla="*/ 479425 h 1198563"/>
                  <a:gd name="connsiteX68" fmla="*/ 844160 w 1114425"/>
                  <a:gd name="connsiteY68" fmla="*/ 416168 h 1198563"/>
                  <a:gd name="connsiteX69" fmla="*/ 760745 w 1114425"/>
                  <a:gd name="connsiteY69" fmla="*/ 396192 h 1198563"/>
                  <a:gd name="connsiteX70" fmla="*/ 617272 w 1114425"/>
                  <a:gd name="connsiteY70" fmla="*/ 0 h 1198563"/>
                  <a:gd name="connsiteX71" fmla="*/ 757409 w 1114425"/>
                  <a:gd name="connsiteY71" fmla="*/ 0 h 1198563"/>
                  <a:gd name="connsiteX72" fmla="*/ 790775 w 1114425"/>
                  <a:gd name="connsiteY72" fmla="*/ 33294 h 1198563"/>
                  <a:gd name="connsiteX73" fmla="*/ 790775 w 1114425"/>
                  <a:gd name="connsiteY73" fmla="*/ 139832 h 1198563"/>
                  <a:gd name="connsiteX74" fmla="*/ 1114425 w 1114425"/>
                  <a:gd name="connsiteY74" fmla="*/ 642563 h 1198563"/>
                  <a:gd name="connsiteX75" fmla="*/ 557213 w 1114425"/>
                  <a:gd name="connsiteY75" fmla="*/ 1198563 h 1198563"/>
                  <a:gd name="connsiteX76" fmla="*/ 0 w 1114425"/>
                  <a:gd name="connsiteY76" fmla="*/ 645892 h 1198563"/>
                  <a:gd name="connsiteX77" fmla="*/ 323651 w 1114425"/>
                  <a:gd name="connsiteY77" fmla="*/ 139832 h 1198563"/>
                  <a:gd name="connsiteX78" fmla="*/ 323651 w 1114425"/>
                  <a:gd name="connsiteY78" fmla="*/ 33294 h 1198563"/>
                  <a:gd name="connsiteX79" fmla="*/ 357017 w 1114425"/>
                  <a:gd name="connsiteY79" fmla="*/ 0 h 1198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114425" h="1198563">
                    <a:moveTo>
                      <a:pt x="623744" y="549275"/>
                    </a:moveTo>
                    <a:cubicBezTo>
                      <a:pt x="627063" y="562610"/>
                      <a:pt x="627063" y="579279"/>
                      <a:pt x="620425" y="595948"/>
                    </a:cubicBezTo>
                    <a:cubicBezTo>
                      <a:pt x="613786" y="602615"/>
                      <a:pt x="610466" y="609283"/>
                      <a:pt x="600508" y="612616"/>
                    </a:cubicBezTo>
                    <a:cubicBezTo>
                      <a:pt x="597189" y="615950"/>
                      <a:pt x="597189" y="615950"/>
                      <a:pt x="593870" y="615950"/>
                    </a:cubicBezTo>
                    <a:cubicBezTo>
                      <a:pt x="593870" y="615950"/>
                      <a:pt x="593870" y="615950"/>
                      <a:pt x="590550" y="612616"/>
                    </a:cubicBezTo>
                    <a:cubicBezTo>
                      <a:pt x="590550" y="609283"/>
                      <a:pt x="590550" y="595948"/>
                      <a:pt x="593870" y="592614"/>
                    </a:cubicBezTo>
                    <a:cubicBezTo>
                      <a:pt x="600508" y="579279"/>
                      <a:pt x="610466" y="565944"/>
                      <a:pt x="620425" y="552609"/>
                    </a:cubicBezTo>
                    <a:cubicBezTo>
                      <a:pt x="620425" y="552609"/>
                      <a:pt x="620425" y="552609"/>
                      <a:pt x="623744" y="549275"/>
                    </a:cubicBezTo>
                    <a:close/>
                    <a:moveTo>
                      <a:pt x="444357" y="546100"/>
                    </a:moveTo>
                    <a:cubicBezTo>
                      <a:pt x="444357" y="559197"/>
                      <a:pt x="447676" y="572294"/>
                      <a:pt x="441038" y="582117"/>
                    </a:cubicBezTo>
                    <a:cubicBezTo>
                      <a:pt x="437718" y="591940"/>
                      <a:pt x="427760" y="598488"/>
                      <a:pt x="421121" y="598488"/>
                    </a:cubicBezTo>
                    <a:cubicBezTo>
                      <a:pt x="417802" y="598488"/>
                      <a:pt x="417802" y="598488"/>
                      <a:pt x="414483" y="591940"/>
                    </a:cubicBezTo>
                    <a:cubicBezTo>
                      <a:pt x="411163" y="588665"/>
                      <a:pt x="411163" y="582117"/>
                      <a:pt x="417802" y="575568"/>
                    </a:cubicBezTo>
                    <a:cubicBezTo>
                      <a:pt x="421121" y="565746"/>
                      <a:pt x="431079" y="555923"/>
                      <a:pt x="444357" y="546100"/>
                    </a:cubicBezTo>
                    <a:close/>
                    <a:moveTo>
                      <a:pt x="781050" y="431800"/>
                    </a:moveTo>
                    <a:cubicBezTo>
                      <a:pt x="781050" y="431800"/>
                      <a:pt x="781050" y="431800"/>
                      <a:pt x="784324" y="431800"/>
                    </a:cubicBezTo>
                    <a:cubicBezTo>
                      <a:pt x="797421" y="431800"/>
                      <a:pt x="817067" y="441960"/>
                      <a:pt x="826890" y="455507"/>
                    </a:cubicBezTo>
                    <a:cubicBezTo>
                      <a:pt x="830164" y="458893"/>
                      <a:pt x="833438" y="469053"/>
                      <a:pt x="833438" y="475827"/>
                    </a:cubicBezTo>
                    <a:cubicBezTo>
                      <a:pt x="830164" y="482600"/>
                      <a:pt x="826890" y="482600"/>
                      <a:pt x="820341" y="482600"/>
                    </a:cubicBezTo>
                    <a:cubicBezTo>
                      <a:pt x="820341" y="482600"/>
                      <a:pt x="817067" y="482600"/>
                      <a:pt x="817067" y="482600"/>
                    </a:cubicBezTo>
                    <a:cubicBezTo>
                      <a:pt x="803970" y="482600"/>
                      <a:pt x="797421" y="465667"/>
                      <a:pt x="790873" y="452120"/>
                    </a:cubicBezTo>
                    <a:cubicBezTo>
                      <a:pt x="787599" y="445347"/>
                      <a:pt x="784324" y="438573"/>
                      <a:pt x="781050" y="431800"/>
                    </a:cubicBezTo>
                    <a:close/>
                    <a:moveTo>
                      <a:pt x="320676" y="415925"/>
                    </a:moveTo>
                    <a:cubicBezTo>
                      <a:pt x="314062" y="429372"/>
                      <a:pt x="307447" y="439457"/>
                      <a:pt x="300832" y="452905"/>
                    </a:cubicBezTo>
                    <a:cubicBezTo>
                      <a:pt x="290910" y="469713"/>
                      <a:pt x="287603" y="473075"/>
                      <a:pt x="287603" y="473075"/>
                    </a:cubicBezTo>
                    <a:cubicBezTo>
                      <a:pt x="284296" y="469713"/>
                      <a:pt x="280988" y="466352"/>
                      <a:pt x="280988" y="456266"/>
                    </a:cubicBezTo>
                    <a:cubicBezTo>
                      <a:pt x="280988" y="442819"/>
                      <a:pt x="284296" y="436096"/>
                      <a:pt x="287603" y="429372"/>
                    </a:cubicBezTo>
                    <a:cubicBezTo>
                      <a:pt x="294218" y="422649"/>
                      <a:pt x="307447" y="415925"/>
                      <a:pt x="320676" y="415925"/>
                    </a:cubicBezTo>
                    <a:close/>
                    <a:moveTo>
                      <a:pt x="514259" y="0"/>
                    </a:moveTo>
                    <a:cubicBezTo>
                      <a:pt x="514259" y="0"/>
                      <a:pt x="514259" y="0"/>
                      <a:pt x="577484" y="0"/>
                    </a:cubicBezTo>
                    <a:cubicBezTo>
                      <a:pt x="620743" y="152958"/>
                      <a:pt x="667330" y="289290"/>
                      <a:pt x="723900" y="408996"/>
                    </a:cubicBezTo>
                    <a:cubicBezTo>
                      <a:pt x="677313" y="428947"/>
                      <a:pt x="637381" y="472174"/>
                      <a:pt x="620743" y="492125"/>
                    </a:cubicBezTo>
                    <a:cubicBezTo>
                      <a:pt x="604105" y="482150"/>
                      <a:pt x="580812" y="475499"/>
                      <a:pt x="557518" y="475499"/>
                    </a:cubicBezTo>
                    <a:cubicBezTo>
                      <a:pt x="524242" y="472174"/>
                      <a:pt x="497620" y="475499"/>
                      <a:pt x="467672" y="485475"/>
                    </a:cubicBezTo>
                    <a:cubicBezTo>
                      <a:pt x="451033" y="438922"/>
                      <a:pt x="417757" y="405671"/>
                      <a:pt x="377825" y="385720"/>
                    </a:cubicBezTo>
                    <a:cubicBezTo>
                      <a:pt x="427740" y="272664"/>
                      <a:pt x="474327" y="146308"/>
                      <a:pt x="514259" y="0"/>
                    </a:cubicBezTo>
                    <a:close/>
                    <a:moveTo>
                      <a:pt x="357017" y="0"/>
                    </a:moveTo>
                    <a:cubicBezTo>
                      <a:pt x="357017" y="0"/>
                      <a:pt x="357017" y="0"/>
                      <a:pt x="473798" y="0"/>
                    </a:cubicBezTo>
                    <a:cubicBezTo>
                      <a:pt x="433758" y="143162"/>
                      <a:pt x="390383" y="266347"/>
                      <a:pt x="336997" y="376216"/>
                    </a:cubicBezTo>
                    <a:cubicBezTo>
                      <a:pt x="333660" y="376216"/>
                      <a:pt x="330324" y="376216"/>
                      <a:pt x="326987" y="376216"/>
                    </a:cubicBezTo>
                    <a:cubicBezTo>
                      <a:pt x="286948" y="376216"/>
                      <a:pt x="256919" y="392862"/>
                      <a:pt x="246909" y="422827"/>
                    </a:cubicBezTo>
                    <a:cubicBezTo>
                      <a:pt x="236899" y="449461"/>
                      <a:pt x="236899" y="482755"/>
                      <a:pt x="260255" y="502731"/>
                    </a:cubicBezTo>
                    <a:cubicBezTo>
                      <a:pt x="266928" y="509389"/>
                      <a:pt x="276938" y="512719"/>
                      <a:pt x="283611" y="512719"/>
                    </a:cubicBezTo>
                    <a:cubicBezTo>
                      <a:pt x="306968" y="512719"/>
                      <a:pt x="326987" y="486084"/>
                      <a:pt x="333660" y="476096"/>
                    </a:cubicBezTo>
                    <a:cubicBezTo>
                      <a:pt x="333660" y="472767"/>
                      <a:pt x="336997" y="472767"/>
                      <a:pt x="336997" y="472767"/>
                    </a:cubicBezTo>
                    <a:cubicBezTo>
                      <a:pt x="343670" y="456120"/>
                      <a:pt x="353680" y="439473"/>
                      <a:pt x="360353" y="422827"/>
                    </a:cubicBezTo>
                    <a:cubicBezTo>
                      <a:pt x="400392" y="436144"/>
                      <a:pt x="420412" y="479425"/>
                      <a:pt x="433758" y="506060"/>
                    </a:cubicBezTo>
                    <a:cubicBezTo>
                      <a:pt x="427085" y="509389"/>
                      <a:pt x="423749" y="512719"/>
                      <a:pt x="420412" y="516048"/>
                    </a:cubicBezTo>
                    <a:cubicBezTo>
                      <a:pt x="407066" y="522707"/>
                      <a:pt x="377036" y="549342"/>
                      <a:pt x="373700" y="582635"/>
                    </a:cubicBezTo>
                    <a:cubicBezTo>
                      <a:pt x="370363" y="599282"/>
                      <a:pt x="377036" y="615928"/>
                      <a:pt x="390383" y="629246"/>
                    </a:cubicBezTo>
                    <a:cubicBezTo>
                      <a:pt x="397056" y="635904"/>
                      <a:pt x="407066" y="639234"/>
                      <a:pt x="420412" y="639234"/>
                    </a:cubicBezTo>
                    <a:cubicBezTo>
                      <a:pt x="430422" y="639234"/>
                      <a:pt x="443768" y="635904"/>
                      <a:pt x="453778" y="629246"/>
                    </a:cubicBezTo>
                    <a:cubicBezTo>
                      <a:pt x="477134" y="609270"/>
                      <a:pt x="487144" y="582635"/>
                      <a:pt x="483807" y="549342"/>
                    </a:cubicBezTo>
                    <a:cubicBezTo>
                      <a:pt x="480471" y="542683"/>
                      <a:pt x="480471" y="532695"/>
                      <a:pt x="477134" y="526036"/>
                    </a:cubicBezTo>
                    <a:cubicBezTo>
                      <a:pt x="483807" y="522707"/>
                      <a:pt x="487144" y="522707"/>
                      <a:pt x="490481" y="519377"/>
                    </a:cubicBezTo>
                    <a:cubicBezTo>
                      <a:pt x="513837" y="512719"/>
                      <a:pt x="543866" y="509389"/>
                      <a:pt x="577232" y="516048"/>
                    </a:cubicBezTo>
                    <a:cubicBezTo>
                      <a:pt x="583906" y="519377"/>
                      <a:pt x="587242" y="519377"/>
                      <a:pt x="593915" y="522707"/>
                    </a:cubicBezTo>
                    <a:cubicBezTo>
                      <a:pt x="593915" y="522707"/>
                      <a:pt x="590579" y="526036"/>
                      <a:pt x="590579" y="526036"/>
                    </a:cubicBezTo>
                    <a:cubicBezTo>
                      <a:pt x="570559" y="549342"/>
                      <a:pt x="547203" y="582635"/>
                      <a:pt x="550540" y="612599"/>
                    </a:cubicBezTo>
                    <a:cubicBezTo>
                      <a:pt x="550540" y="625916"/>
                      <a:pt x="557213" y="635904"/>
                      <a:pt x="570559" y="645892"/>
                    </a:cubicBezTo>
                    <a:cubicBezTo>
                      <a:pt x="593915" y="662539"/>
                      <a:pt x="617272" y="655880"/>
                      <a:pt x="637291" y="635904"/>
                    </a:cubicBezTo>
                    <a:cubicBezTo>
                      <a:pt x="657311" y="612599"/>
                      <a:pt x="667321" y="579306"/>
                      <a:pt x="663984" y="556000"/>
                    </a:cubicBezTo>
                    <a:cubicBezTo>
                      <a:pt x="663984" y="542683"/>
                      <a:pt x="657311" y="529365"/>
                      <a:pt x="650638" y="519377"/>
                    </a:cubicBezTo>
                    <a:cubicBezTo>
                      <a:pt x="677330" y="486084"/>
                      <a:pt x="710696" y="459449"/>
                      <a:pt x="740726" y="446132"/>
                    </a:cubicBezTo>
                    <a:cubicBezTo>
                      <a:pt x="747399" y="452791"/>
                      <a:pt x="750736" y="462779"/>
                      <a:pt x="754072" y="472767"/>
                    </a:cubicBezTo>
                    <a:cubicBezTo>
                      <a:pt x="767419" y="496072"/>
                      <a:pt x="790775" y="522707"/>
                      <a:pt x="820804" y="522707"/>
                    </a:cubicBezTo>
                    <a:cubicBezTo>
                      <a:pt x="830814" y="522707"/>
                      <a:pt x="840824" y="519377"/>
                      <a:pt x="850834" y="512719"/>
                    </a:cubicBezTo>
                    <a:cubicBezTo>
                      <a:pt x="864180" y="506060"/>
                      <a:pt x="870853" y="492743"/>
                      <a:pt x="874190" y="479425"/>
                    </a:cubicBezTo>
                    <a:cubicBezTo>
                      <a:pt x="874190" y="456120"/>
                      <a:pt x="860843" y="432815"/>
                      <a:pt x="844160" y="416168"/>
                    </a:cubicBezTo>
                    <a:cubicBezTo>
                      <a:pt x="820804" y="396192"/>
                      <a:pt x="794111" y="389533"/>
                      <a:pt x="760745" y="396192"/>
                    </a:cubicBezTo>
                    <a:cubicBezTo>
                      <a:pt x="707360" y="279665"/>
                      <a:pt x="660647" y="149821"/>
                      <a:pt x="617272" y="0"/>
                    </a:cubicBezTo>
                    <a:cubicBezTo>
                      <a:pt x="617272" y="0"/>
                      <a:pt x="617272" y="0"/>
                      <a:pt x="757409" y="0"/>
                    </a:cubicBezTo>
                    <a:cubicBezTo>
                      <a:pt x="774092" y="0"/>
                      <a:pt x="790775" y="13317"/>
                      <a:pt x="790775" y="33294"/>
                    </a:cubicBezTo>
                    <a:cubicBezTo>
                      <a:pt x="790775" y="33294"/>
                      <a:pt x="790775" y="33294"/>
                      <a:pt x="790775" y="139832"/>
                    </a:cubicBezTo>
                    <a:cubicBezTo>
                      <a:pt x="980961" y="226395"/>
                      <a:pt x="1114425" y="419497"/>
                      <a:pt x="1114425" y="642563"/>
                    </a:cubicBezTo>
                    <a:cubicBezTo>
                      <a:pt x="1114425" y="948863"/>
                      <a:pt x="864180" y="1198563"/>
                      <a:pt x="557213" y="1198563"/>
                    </a:cubicBezTo>
                    <a:cubicBezTo>
                      <a:pt x="250245" y="1198563"/>
                      <a:pt x="0" y="952192"/>
                      <a:pt x="0" y="645892"/>
                    </a:cubicBezTo>
                    <a:cubicBezTo>
                      <a:pt x="0" y="422827"/>
                      <a:pt x="133464" y="229725"/>
                      <a:pt x="323651" y="139832"/>
                    </a:cubicBezTo>
                    <a:cubicBezTo>
                      <a:pt x="323651" y="139832"/>
                      <a:pt x="323651" y="139832"/>
                      <a:pt x="323651" y="33294"/>
                    </a:cubicBezTo>
                    <a:cubicBezTo>
                      <a:pt x="323651" y="13317"/>
                      <a:pt x="336997" y="0"/>
                      <a:pt x="357017" y="0"/>
                    </a:cubicBezTo>
                    <a:close/>
                  </a:path>
                </a:pathLst>
              </a:custGeom>
              <a:solidFill>
                <a:srgbClr val="FABF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6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9836448" y="211424"/>
              <a:ext cx="16518" cy="1366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0" name="稻壳儿春秋广告/盗版必究        原创来源：http://chn.docer.com/works?userid=199329941#!/work_time"/>
          <p:cNvSpPr txBox="1"/>
          <p:nvPr/>
        </p:nvSpPr>
        <p:spPr>
          <a:xfrm>
            <a:off x="3558540" y="349250"/>
            <a:ext cx="50749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</a:rPr>
              <a:t>What I’ve Used</a:t>
            </a:r>
            <a:endParaRPr lang="en-US" altLang="zh-CN" sz="2400" dirty="0">
              <a:solidFill>
                <a:srgbClr val="FABF24"/>
              </a:solidFill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</a:endParaRPr>
          </a:p>
        </p:txBody>
      </p:sp>
      <p:cxnSp>
        <p:nvCxnSpPr>
          <p:cNvPr id="82" name="稻壳儿春秋广告/盗版必究        原创来源：http://chn.docer.com/works?userid=199329941#!/work_time"/>
          <p:cNvCxnSpPr/>
          <p:nvPr/>
        </p:nvCxnSpPr>
        <p:spPr>
          <a:xfrm>
            <a:off x="5968645" y="1213513"/>
            <a:ext cx="254711" cy="0"/>
          </a:xfrm>
          <a:prstGeom prst="line">
            <a:avLst/>
          </a:prstGeom>
          <a:ln w="28575">
            <a:solidFill>
              <a:srgbClr val="FAB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544483" y="0"/>
            <a:ext cx="793664" cy="1047369"/>
            <a:chOff x="544483" y="169341"/>
            <a:chExt cx="793664" cy="1047369"/>
          </a:xfrm>
        </p:grpSpPr>
        <p:sp>
          <p:nvSpPr>
            <p:cNvPr id="43" name="稻壳儿春秋广告/盗版必究        原创来源：http://chn.docer.com/works?userid=199329941#!/work_time"/>
            <p:cNvSpPr/>
            <p:nvPr/>
          </p:nvSpPr>
          <p:spPr bwMode="auto">
            <a:xfrm>
              <a:off x="837841" y="340120"/>
              <a:ext cx="216388" cy="178776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" name="稻壳儿春秋广告/盗版必究        原创来源：http://chn.docer.com/works?userid=199329941#!/work_time"/>
            <p:cNvSpPr/>
            <p:nvPr/>
          </p:nvSpPr>
          <p:spPr bwMode="auto">
            <a:xfrm>
              <a:off x="585873" y="628542"/>
              <a:ext cx="90040" cy="6825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稻壳儿春秋广告/盗版必究        原创来源：http://chn.docer.com/works?userid=199329941#!/work_time"/>
            <p:cNvSpPr/>
            <p:nvPr/>
          </p:nvSpPr>
          <p:spPr bwMode="auto">
            <a:xfrm>
              <a:off x="1216156" y="627089"/>
              <a:ext cx="90040" cy="6825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稻壳儿春秋广告/盗版必究        原创来源：http://chn.docer.com/works?userid=199329941#!/work_time"/>
            <p:cNvSpPr/>
            <p:nvPr/>
          </p:nvSpPr>
          <p:spPr bwMode="auto">
            <a:xfrm>
              <a:off x="544483" y="869618"/>
              <a:ext cx="103837" cy="54460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稻壳儿春秋广告/盗版必究        原创来源：http://chn.docer.com/works?userid=199329941#!/work_time"/>
            <p:cNvSpPr/>
            <p:nvPr/>
          </p:nvSpPr>
          <p:spPr bwMode="auto">
            <a:xfrm>
              <a:off x="1243749" y="865988"/>
              <a:ext cx="94398" cy="5518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稻壳儿春秋广告/盗版必究        原创来源：http://chn.docer.com/works?userid=199329941#!/work_time"/>
            <p:cNvSpPr/>
            <p:nvPr/>
          </p:nvSpPr>
          <p:spPr bwMode="auto">
            <a:xfrm>
              <a:off x="685353" y="1050425"/>
              <a:ext cx="79148" cy="87136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稻壳儿春秋广告/盗版必究        原创来源：http://chn.docer.com/works?userid=199329941#!/work_time"/>
            <p:cNvSpPr/>
            <p:nvPr/>
          </p:nvSpPr>
          <p:spPr bwMode="auto">
            <a:xfrm>
              <a:off x="1130473" y="1051878"/>
              <a:ext cx="76244" cy="85684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稻壳儿春秋广告/盗版必究        原创来源：http://chn.docer.com/works?userid=199329941#!/work_time"/>
            <p:cNvSpPr/>
            <p:nvPr/>
          </p:nvSpPr>
          <p:spPr bwMode="auto">
            <a:xfrm>
              <a:off x="926429" y="1123765"/>
              <a:ext cx="39211" cy="92945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稻壳儿春秋广告/盗版必究        原创来源：http://chn.docer.com/works?userid=199329941#!/work_time"/>
            <p:cNvSpPr/>
            <p:nvPr/>
          </p:nvSpPr>
          <p:spPr bwMode="auto">
            <a:xfrm>
              <a:off x="691162" y="529787"/>
              <a:ext cx="509745" cy="548231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3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937775" y="169341"/>
              <a:ext cx="16518" cy="1787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1950085" y="1617345"/>
            <a:ext cx="8291830" cy="4393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Authenticator</a:t>
            </a: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Implements custom authentication steps within the login flow.</a:t>
            </a: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Token Handler</a:t>
            </a: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Processes custom action tokens carrying domain-specific information.</a:t>
            </a: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 Action</a:t>
            </a: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Adds post-login actions (e.g., onboarding workflows or mandatory data collection).</a:t>
            </a: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 Provider</a:t>
            </a: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Defines custom authorization policies for advanced access-control scenarios.</a:t>
            </a: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 Template Provider</a:t>
            </a: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Extends or overrides email templates for tailored communication.</a:t>
            </a: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 Listener</a:t>
            </a: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Captures and processes Keycloak events for logging, auditing, or integrations.</a:t>
            </a: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 Provider</a:t>
            </a: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Overrides and extends logic within the Keycloak Organizations feature.</a:t>
            </a: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 Realm Resource</a:t>
            </a: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Adds custom admin-level REST endpoints to extend the Admin API.</a:t>
            </a: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Validator </a:t>
            </a: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Implements custom validators for user input, attributes, or form data.</a:t>
            </a: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稻壳儿春秋广告/盗版必究        原创来源：http://chn.docer.com/works?userid=199329941#!/work_time"/>
          <p:cNvSpPr/>
          <p:nvPr/>
        </p:nvSpPr>
        <p:spPr bwMode="auto">
          <a:xfrm>
            <a:off x="10074520" y="3131116"/>
            <a:ext cx="473075" cy="390846"/>
          </a:xfrm>
          <a:custGeom>
            <a:avLst/>
            <a:gdLst>
              <a:gd name="connsiteX0" fmla="*/ 29984 w 473075"/>
              <a:gd name="connsiteY0" fmla="*/ 320996 h 390846"/>
              <a:gd name="connsiteX1" fmla="*/ 443092 w 473075"/>
              <a:gd name="connsiteY1" fmla="*/ 320996 h 390846"/>
              <a:gd name="connsiteX2" fmla="*/ 473075 w 473075"/>
              <a:gd name="connsiteY2" fmla="*/ 357584 h 390846"/>
              <a:gd name="connsiteX3" fmla="*/ 443092 w 473075"/>
              <a:gd name="connsiteY3" fmla="*/ 390846 h 390846"/>
              <a:gd name="connsiteX4" fmla="*/ 29984 w 473075"/>
              <a:gd name="connsiteY4" fmla="*/ 390846 h 390846"/>
              <a:gd name="connsiteX5" fmla="*/ 0 w 473075"/>
              <a:gd name="connsiteY5" fmla="*/ 357584 h 390846"/>
              <a:gd name="connsiteX6" fmla="*/ 29984 w 473075"/>
              <a:gd name="connsiteY6" fmla="*/ 320996 h 390846"/>
              <a:gd name="connsiteX7" fmla="*/ 29984 w 473075"/>
              <a:gd name="connsiteY7" fmla="*/ 227334 h 390846"/>
              <a:gd name="connsiteX8" fmla="*/ 443092 w 473075"/>
              <a:gd name="connsiteY8" fmla="*/ 227334 h 390846"/>
              <a:gd name="connsiteX9" fmla="*/ 473075 w 473075"/>
              <a:gd name="connsiteY9" fmla="*/ 260671 h 390846"/>
              <a:gd name="connsiteX10" fmla="*/ 443092 w 473075"/>
              <a:gd name="connsiteY10" fmla="*/ 294009 h 390846"/>
              <a:gd name="connsiteX11" fmla="*/ 29984 w 473075"/>
              <a:gd name="connsiteY11" fmla="*/ 294009 h 390846"/>
              <a:gd name="connsiteX12" fmla="*/ 0 w 473075"/>
              <a:gd name="connsiteY12" fmla="*/ 260671 h 390846"/>
              <a:gd name="connsiteX13" fmla="*/ 29984 w 473075"/>
              <a:gd name="connsiteY13" fmla="*/ 227334 h 390846"/>
              <a:gd name="connsiteX14" fmla="*/ 242865 w 473075"/>
              <a:gd name="connsiteY14" fmla="*/ 359 h 390846"/>
              <a:gd name="connsiteX15" fmla="*/ 319932 w 473075"/>
              <a:gd name="connsiteY15" fmla="*/ 7427 h 390846"/>
              <a:gd name="connsiteX16" fmla="*/ 353258 w 473075"/>
              <a:gd name="connsiteY16" fmla="*/ 40689 h 390846"/>
              <a:gd name="connsiteX17" fmla="*/ 396583 w 473075"/>
              <a:gd name="connsiteY17" fmla="*/ 130496 h 390846"/>
              <a:gd name="connsiteX18" fmla="*/ 443239 w 473075"/>
              <a:gd name="connsiteY18" fmla="*/ 130496 h 390846"/>
              <a:gd name="connsiteX19" fmla="*/ 469900 w 473075"/>
              <a:gd name="connsiteY19" fmla="*/ 163758 h 390846"/>
              <a:gd name="connsiteX20" fmla="*/ 443239 w 473075"/>
              <a:gd name="connsiteY20" fmla="*/ 200346 h 390846"/>
              <a:gd name="connsiteX21" fmla="*/ 29994 w 473075"/>
              <a:gd name="connsiteY21" fmla="*/ 200346 h 390846"/>
              <a:gd name="connsiteX22" fmla="*/ 0 w 473075"/>
              <a:gd name="connsiteY22" fmla="*/ 167084 h 390846"/>
              <a:gd name="connsiteX23" fmla="*/ 29994 w 473075"/>
              <a:gd name="connsiteY23" fmla="*/ 130496 h 390846"/>
              <a:gd name="connsiteX24" fmla="*/ 63320 w 473075"/>
              <a:gd name="connsiteY24" fmla="*/ 130496 h 390846"/>
              <a:gd name="connsiteX25" fmla="*/ 109977 w 473075"/>
              <a:gd name="connsiteY25" fmla="*/ 44015 h 390846"/>
              <a:gd name="connsiteX26" fmla="*/ 143303 w 473075"/>
              <a:gd name="connsiteY26" fmla="*/ 10753 h 390846"/>
              <a:gd name="connsiteX27" fmla="*/ 242865 w 473075"/>
              <a:gd name="connsiteY27" fmla="*/ 359 h 390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73075" h="390846">
                <a:moveTo>
                  <a:pt x="29984" y="320996"/>
                </a:moveTo>
                <a:cubicBezTo>
                  <a:pt x="29984" y="320996"/>
                  <a:pt x="29984" y="320996"/>
                  <a:pt x="443092" y="320996"/>
                </a:cubicBezTo>
                <a:cubicBezTo>
                  <a:pt x="459749" y="320996"/>
                  <a:pt x="473075" y="337627"/>
                  <a:pt x="473075" y="357584"/>
                </a:cubicBezTo>
                <a:cubicBezTo>
                  <a:pt x="473075" y="374215"/>
                  <a:pt x="459749" y="390846"/>
                  <a:pt x="443092" y="390846"/>
                </a:cubicBezTo>
                <a:cubicBezTo>
                  <a:pt x="443092" y="390846"/>
                  <a:pt x="443092" y="390846"/>
                  <a:pt x="29984" y="390846"/>
                </a:cubicBezTo>
                <a:cubicBezTo>
                  <a:pt x="13326" y="390846"/>
                  <a:pt x="0" y="374215"/>
                  <a:pt x="0" y="357584"/>
                </a:cubicBezTo>
                <a:cubicBezTo>
                  <a:pt x="0" y="337627"/>
                  <a:pt x="13326" y="320996"/>
                  <a:pt x="29984" y="320996"/>
                </a:cubicBezTo>
                <a:close/>
                <a:moveTo>
                  <a:pt x="29984" y="227334"/>
                </a:moveTo>
                <a:cubicBezTo>
                  <a:pt x="29984" y="227334"/>
                  <a:pt x="29984" y="227334"/>
                  <a:pt x="443092" y="227334"/>
                </a:cubicBezTo>
                <a:cubicBezTo>
                  <a:pt x="459749" y="227334"/>
                  <a:pt x="469744" y="240669"/>
                  <a:pt x="473075" y="260671"/>
                </a:cubicBezTo>
                <a:cubicBezTo>
                  <a:pt x="473075" y="280674"/>
                  <a:pt x="459749" y="294009"/>
                  <a:pt x="443092" y="294009"/>
                </a:cubicBezTo>
                <a:cubicBezTo>
                  <a:pt x="443092" y="294009"/>
                  <a:pt x="443092" y="294009"/>
                  <a:pt x="29984" y="294009"/>
                </a:cubicBezTo>
                <a:cubicBezTo>
                  <a:pt x="13326" y="294009"/>
                  <a:pt x="0" y="280674"/>
                  <a:pt x="0" y="260671"/>
                </a:cubicBezTo>
                <a:cubicBezTo>
                  <a:pt x="0" y="244003"/>
                  <a:pt x="13326" y="227334"/>
                  <a:pt x="29984" y="227334"/>
                </a:cubicBezTo>
                <a:close/>
                <a:moveTo>
                  <a:pt x="242865" y="359"/>
                </a:moveTo>
                <a:cubicBezTo>
                  <a:pt x="280774" y="1606"/>
                  <a:pt x="314933" y="5764"/>
                  <a:pt x="319932" y="7427"/>
                </a:cubicBezTo>
                <a:cubicBezTo>
                  <a:pt x="329930" y="10753"/>
                  <a:pt x="353258" y="40689"/>
                  <a:pt x="353258" y="40689"/>
                </a:cubicBezTo>
                <a:cubicBezTo>
                  <a:pt x="353258" y="40689"/>
                  <a:pt x="353258" y="40689"/>
                  <a:pt x="396583" y="130496"/>
                </a:cubicBezTo>
                <a:cubicBezTo>
                  <a:pt x="396583" y="130496"/>
                  <a:pt x="396583" y="130496"/>
                  <a:pt x="443239" y="130496"/>
                </a:cubicBezTo>
                <a:cubicBezTo>
                  <a:pt x="456570" y="130496"/>
                  <a:pt x="469900" y="147127"/>
                  <a:pt x="469900" y="163758"/>
                </a:cubicBezTo>
                <a:cubicBezTo>
                  <a:pt x="469900" y="183715"/>
                  <a:pt x="456570" y="200346"/>
                  <a:pt x="443239" y="200346"/>
                </a:cubicBezTo>
                <a:cubicBezTo>
                  <a:pt x="443239" y="200346"/>
                  <a:pt x="443239" y="200346"/>
                  <a:pt x="29994" y="200346"/>
                </a:cubicBezTo>
                <a:cubicBezTo>
                  <a:pt x="13331" y="200346"/>
                  <a:pt x="0" y="183715"/>
                  <a:pt x="0" y="167084"/>
                </a:cubicBezTo>
                <a:cubicBezTo>
                  <a:pt x="0" y="147127"/>
                  <a:pt x="13331" y="130496"/>
                  <a:pt x="29994" y="130496"/>
                </a:cubicBezTo>
                <a:cubicBezTo>
                  <a:pt x="29994" y="130496"/>
                  <a:pt x="29994" y="130496"/>
                  <a:pt x="63320" y="130496"/>
                </a:cubicBezTo>
                <a:cubicBezTo>
                  <a:pt x="73318" y="110539"/>
                  <a:pt x="96646" y="67298"/>
                  <a:pt x="109977" y="44015"/>
                </a:cubicBezTo>
                <a:cubicBezTo>
                  <a:pt x="123307" y="14079"/>
                  <a:pt x="143303" y="10753"/>
                  <a:pt x="143303" y="10753"/>
                </a:cubicBezTo>
                <a:cubicBezTo>
                  <a:pt x="163299" y="775"/>
                  <a:pt x="204957" y="-889"/>
                  <a:pt x="242865" y="359"/>
                </a:cubicBezTo>
                <a:close/>
              </a:path>
            </a:pathLst>
          </a:custGeom>
          <a:solidFill>
            <a:srgbClr val="F7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稻壳儿春秋广告/盗版必究        原创来源：http://chn.docer.com/works?userid=199329941#!/work_time"/>
          <p:cNvSpPr/>
          <p:nvPr/>
        </p:nvSpPr>
        <p:spPr bwMode="auto">
          <a:xfrm>
            <a:off x="9523658" y="3761675"/>
            <a:ext cx="196850" cy="149225"/>
          </a:xfrm>
          <a:custGeom>
            <a:avLst/>
            <a:gdLst>
              <a:gd name="T0" fmla="*/ 7 w 59"/>
              <a:gd name="T1" fmla="*/ 26 h 45"/>
              <a:gd name="T2" fmla="*/ 38 w 59"/>
              <a:gd name="T3" fmla="*/ 42 h 45"/>
              <a:gd name="T4" fmla="*/ 56 w 59"/>
              <a:gd name="T5" fmla="*/ 37 h 45"/>
              <a:gd name="T6" fmla="*/ 56 w 59"/>
              <a:gd name="T7" fmla="*/ 37 h 45"/>
              <a:gd name="T8" fmla="*/ 51 w 59"/>
              <a:gd name="T9" fmla="*/ 19 h 45"/>
              <a:gd name="T10" fmla="*/ 20 w 59"/>
              <a:gd name="T11" fmla="*/ 3 h 45"/>
              <a:gd name="T12" fmla="*/ 2 w 59"/>
              <a:gd name="T13" fmla="*/ 8 h 45"/>
              <a:gd name="T14" fmla="*/ 0 w 59"/>
              <a:gd name="T15" fmla="*/ 15 h 45"/>
              <a:gd name="T16" fmla="*/ 7 w 59"/>
              <a:gd name="T17" fmla="*/ 26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" h="45">
                <a:moveTo>
                  <a:pt x="7" y="26"/>
                </a:moveTo>
                <a:cubicBezTo>
                  <a:pt x="17" y="31"/>
                  <a:pt x="28" y="36"/>
                  <a:pt x="38" y="42"/>
                </a:cubicBezTo>
                <a:cubicBezTo>
                  <a:pt x="44" y="45"/>
                  <a:pt x="53" y="43"/>
                  <a:pt x="56" y="37"/>
                </a:cubicBezTo>
                <a:cubicBezTo>
                  <a:pt x="56" y="37"/>
                  <a:pt x="56" y="37"/>
                  <a:pt x="56" y="37"/>
                </a:cubicBezTo>
                <a:cubicBezTo>
                  <a:pt x="59" y="30"/>
                  <a:pt x="58" y="22"/>
                  <a:pt x="51" y="19"/>
                </a:cubicBezTo>
                <a:cubicBezTo>
                  <a:pt x="41" y="13"/>
                  <a:pt x="30" y="8"/>
                  <a:pt x="20" y="3"/>
                </a:cubicBezTo>
                <a:cubicBezTo>
                  <a:pt x="14" y="0"/>
                  <a:pt x="5" y="2"/>
                  <a:pt x="2" y="8"/>
                </a:cubicBezTo>
                <a:cubicBezTo>
                  <a:pt x="1" y="10"/>
                  <a:pt x="0" y="13"/>
                  <a:pt x="0" y="15"/>
                </a:cubicBezTo>
                <a:cubicBezTo>
                  <a:pt x="1" y="20"/>
                  <a:pt x="3" y="24"/>
                  <a:pt x="7" y="26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稻壳儿春秋广告/盗版必究        原创来源：http://chn.docer.com/works?userid=199329941#!/work_time"/>
          <p:cNvSpPr/>
          <p:nvPr/>
        </p:nvSpPr>
        <p:spPr bwMode="auto">
          <a:xfrm>
            <a:off x="10901608" y="3758500"/>
            <a:ext cx="196850" cy="149225"/>
          </a:xfrm>
          <a:custGeom>
            <a:avLst/>
            <a:gdLst>
              <a:gd name="T0" fmla="*/ 3 w 59"/>
              <a:gd name="T1" fmla="*/ 38 h 45"/>
              <a:gd name="T2" fmla="*/ 21 w 59"/>
              <a:gd name="T3" fmla="*/ 42 h 45"/>
              <a:gd name="T4" fmla="*/ 52 w 59"/>
              <a:gd name="T5" fmla="*/ 26 h 45"/>
              <a:gd name="T6" fmla="*/ 59 w 59"/>
              <a:gd name="T7" fmla="*/ 16 h 45"/>
              <a:gd name="T8" fmla="*/ 57 w 59"/>
              <a:gd name="T9" fmla="*/ 8 h 45"/>
              <a:gd name="T10" fmla="*/ 39 w 59"/>
              <a:gd name="T11" fmla="*/ 4 h 45"/>
              <a:gd name="T12" fmla="*/ 8 w 59"/>
              <a:gd name="T13" fmla="*/ 19 h 45"/>
              <a:gd name="T14" fmla="*/ 3 w 59"/>
              <a:gd name="T15" fmla="*/ 37 h 45"/>
              <a:gd name="T16" fmla="*/ 3 w 59"/>
              <a:gd name="T17" fmla="*/ 38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" h="45">
                <a:moveTo>
                  <a:pt x="3" y="38"/>
                </a:moveTo>
                <a:cubicBezTo>
                  <a:pt x="6" y="44"/>
                  <a:pt x="15" y="45"/>
                  <a:pt x="21" y="42"/>
                </a:cubicBezTo>
                <a:cubicBezTo>
                  <a:pt x="31" y="37"/>
                  <a:pt x="42" y="32"/>
                  <a:pt x="52" y="26"/>
                </a:cubicBezTo>
                <a:cubicBezTo>
                  <a:pt x="56" y="24"/>
                  <a:pt x="58" y="20"/>
                  <a:pt x="59" y="16"/>
                </a:cubicBezTo>
                <a:cubicBezTo>
                  <a:pt x="59" y="13"/>
                  <a:pt x="58" y="11"/>
                  <a:pt x="57" y="8"/>
                </a:cubicBezTo>
                <a:cubicBezTo>
                  <a:pt x="54" y="2"/>
                  <a:pt x="45" y="0"/>
                  <a:pt x="39" y="4"/>
                </a:cubicBezTo>
                <a:cubicBezTo>
                  <a:pt x="28" y="9"/>
                  <a:pt x="18" y="14"/>
                  <a:pt x="8" y="19"/>
                </a:cubicBezTo>
                <a:cubicBezTo>
                  <a:pt x="1" y="23"/>
                  <a:pt x="0" y="31"/>
                  <a:pt x="3" y="37"/>
                </a:cubicBezTo>
                <a:cubicBezTo>
                  <a:pt x="3" y="37"/>
                  <a:pt x="3" y="37"/>
                  <a:pt x="3" y="38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稻壳儿春秋广告/盗版必究        原创来源：http://chn.docer.com/works?userid=199329941#!/work_time"/>
          <p:cNvSpPr/>
          <p:nvPr/>
        </p:nvSpPr>
        <p:spPr bwMode="auto">
          <a:xfrm>
            <a:off x="9433170" y="4288725"/>
            <a:ext cx="227013" cy="119063"/>
          </a:xfrm>
          <a:custGeom>
            <a:avLst/>
            <a:gdLst>
              <a:gd name="T0" fmla="*/ 24 w 68"/>
              <a:gd name="T1" fmla="*/ 33 h 36"/>
              <a:gd name="T2" fmla="*/ 58 w 68"/>
              <a:gd name="T3" fmla="*/ 26 h 36"/>
              <a:gd name="T4" fmla="*/ 65 w 68"/>
              <a:gd name="T5" fmla="*/ 21 h 36"/>
              <a:gd name="T6" fmla="*/ 67 w 68"/>
              <a:gd name="T7" fmla="*/ 17 h 36"/>
              <a:gd name="T8" fmla="*/ 67 w 68"/>
              <a:gd name="T9" fmla="*/ 10 h 36"/>
              <a:gd name="T10" fmla="*/ 67 w 68"/>
              <a:gd name="T11" fmla="*/ 9 h 36"/>
              <a:gd name="T12" fmla="*/ 56 w 68"/>
              <a:gd name="T13" fmla="*/ 0 h 36"/>
              <a:gd name="T14" fmla="*/ 51 w 68"/>
              <a:gd name="T15" fmla="*/ 0 h 36"/>
              <a:gd name="T16" fmla="*/ 17 w 68"/>
              <a:gd name="T17" fmla="*/ 8 h 36"/>
              <a:gd name="T18" fmla="*/ 24 w 68"/>
              <a:gd name="T19" fmla="*/ 33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" h="36">
                <a:moveTo>
                  <a:pt x="24" y="33"/>
                </a:moveTo>
                <a:cubicBezTo>
                  <a:pt x="35" y="31"/>
                  <a:pt x="47" y="28"/>
                  <a:pt x="58" y="26"/>
                </a:cubicBezTo>
                <a:cubicBezTo>
                  <a:pt x="61" y="25"/>
                  <a:pt x="64" y="23"/>
                  <a:pt x="65" y="21"/>
                </a:cubicBezTo>
                <a:cubicBezTo>
                  <a:pt x="66" y="19"/>
                  <a:pt x="67" y="18"/>
                  <a:pt x="67" y="17"/>
                </a:cubicBezTo>
                <a:cubicBezTo>
                  <a:pt x="68" y="14"/>
                  <a:pt x="68" y="12"/>
                  <a:pt x="67" y="10"/>
                </a:cubicBezTo>
                <a:cubicBezTo>
                  <a:pt x="67" y="10"/>
                  <a:pt x="67" y="9"/>
                  <a:pt x="67" y="9"/>
                </a:cubicBezTo>
                <a:cubicBezTo>
                  <a:pt x="66" y="3"/>
                  <a:pt x="61" y="0"/>
                  <a:pt x="56" y="0"/>
                </a:cubicBezTo>
                <a:cubicBezTo>
                  <a:pt x="55" y="0"/>
                  <a:pt x="53" y="0"/>
                  <a:pt x="51" y="0"/>
                </a:cubicBezTo>
                <a:cubicBezTo>
                  <a:pt x="40" y="3"/>
                  <a:pt x="28" y="5"/>
                  <a:pt x="17" y="8"/>
                </a:cubicBezTo>
                <a:cubicBezTo>
                  <a:pt x="0" y="11"/>
                  <a:pt x="7" y="36"/>
                  <a:pt x="24" y="33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稻壳儿春秋广告/盗版必究        原创来源：http://chn.docer.com/works?userid=199329941#!/work_time"/>
          <p:cNvSpPr/>
          <p:nvPr/>
        </p:nvSpPr>
        <p:spPr bwMode="auto">
          <a:xfrm>
            <a:off x="10961933" y="4280787"/>
            <a:ext cx="206375" cy="120650"/>
          </a:xfrm>
          <a:custGeom>
            <a:avLst/>
            <a:gdLst>
              <a:gd name="T0" fmla="*/ 1 w 62"/>
              <a:gd name="T1" fmla="*/ 13 h 36"/>
              <a:gd name="T2" fmla="*/ 10 w 62"/>
              <a:gd name="T3" fmla="*/ 27 h 36"/>
              <a:gd name="T4" fmla="*/ 44 w 62"/>
              <a:gd name="T5" fmla="*/ 35 h 36"/>
              <a:gd name="T6" fmla="*/ 60 w 62"/>
              <a:gd name="T7" fmla="*/ 26 h 36"/>
              <a:gd name="T8" fmla="*/ 61 w 62"/>
              <a:gd name="T9" fmla="*/ 25 h 36"/>
              <a:gd name="T10" fmla="*/ 51 w 62"/>
              <a:gd name="T11" fmla="*/ 9 h 36"/>
              <a:gd name="T12" fmla="*/ 17 w 62"/>
              <a:gd name="T13" fmla="*/ 2 h 36"/>
              <a:gd name="T14" fmla="*/ 1 w 62"/>
              <a:gd name="T15" fmla="*/ 13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2" h="36">
                <a:moveTo>
                  <a:pt x="1" y="13"/>
                </a:moveTo>
                <a:cubicBezTo>
                  <a:pt x="0" y="19"/>
                  <a:pt x="2" y="26"/>
                  <a:pt x="10" y="27"/>
                </a:cubicBezTo>
                <a:cubicBezTo>
                  <a:pt x="22" y="30"/>
                  <a:pt x="33" y="32"/>
                  <a:pt x="44" y="35"/>
                </a:cubicBezTo>
                <a:cubicBezTo>
                  <a:pt x="51" y="36"/>
                  <a:pt x="59" y="33"/>
                  <a:pt x="60" y="26"/>
                </a:cubicBezTo>
                <a:cubicBezTo>
                  <a:pt x="60" y="25"/>
                  <a:pt x="60" y="25"/>
                  <a:pt x="61" y="25"/>
                </a:cubicBezTo>
                <a:cubicBezTo>
                  <a:pt x="62" y="19"/>
                  <a:pt x="59" y="11"/>
                  <a:pt x="51" y="9"/>
                </a:cubicBezTo>
                <a:cubicBezTo>
                  <a:pt x="40" y="7"/>
                  <a:pt x="29" y="4"/>
                  <a:pt x="17" y="2"/>
                </a:cubicBezTo>
                <a:cubicBezTo>
                  <a:pt x="8" y="0"/>
                  <a:pt x="2" y="6"/>
                  <a:pt x="1" y="13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 bwMode="auto">
          <a:xfrm>
            <a:off x="9741145" y="4684012"/>
            <a:ext cx="173038" cy="190500"/>
          </a:xfrm>
          <a:custGeom>
            <a:avLst/>
            <a:gdLst>
              <a:gd name="T0" fmla="*/ 6 w 52"/>
              <a:gd name="T1" fmla="*/ 51 h 57"/>
              <a:gd name="T2" fmla="*/ 6 w 52"/>
              <a:gd name="T3" fmla="*/ 51 h 57"/>
              <a:gd name="T4" fmla="*/ 25 w 52"/>
              <a:gd name="T5" fmla="*/ 51 h 57"/>
              <a:gd name="T6" fmla="*/ 47 w 52"/>
              <a:gd name="T7" fmla="*/ 24 h 57"/>
              <a:gd name="T8" fmla="*/ 47 w 52"/>
              <a:gd name="T9" fmla="*/ 5 h 57"/>
              <a:gd name="T10" fmla="*/ 46 w 52"/>
              <a:gd name="T11" fmla="*/ 4 h 57"/>
              <a:gd name="T12" fmla="*/ 28 w 52"/>
              <a:gd name="T13" fmla="*/ 5 h 57"/>
              <a:gd name="T14" fmla="*/ 6 w 52"/>
              <a:gd name="T15" fmla="*/ 32 h 57"/>
              <a:gd name="T16" fmla="*/ 6 w 52"/>
              <a:gd name="T17" fmla="*/ 51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" h="57">
                <a:moveTo>
                  <a:pt x="6" y="51"/>
                </a:moveTo>
                <a:cubicBezTo>
                  <a:pt x="6" y="51"/>
                  <a:pt x="6" y="51"/>
                  <a:pt x="6" y="51"/>
                </a:cubicBezTo>
                <a:cubicBezTo>
                  <a:pt x="12" y="55"/>
                  <a:pt x="20" y="57"/>
                  <a:pt x="25" y="51"/>
                </a:cubicBezTo>
                <a:cubicBezTo>
                  <a:pt x="32" y="42"/>
                  <a:pt x="40" y="33"/>
                  <a:pt x="47" y="24"/>
                </a:cubicBezTo>
                <a:cubicBezTo>
                  <a:pt x="51" y="18"/>
                  <a:pt x="52" y="10"/>
                  <a:pt x="47" y="5"/>
                </a:cubicBezTo>
                <a:cubicBezTo>
                  <a:pt x="46" y="5"/>
                  <a:pt x="46" y="4"/>
                  <a:pt x="46" y="4"/>
                </a:cubicBezTo>
                <a:cubicBezTo>
                  <a:pt x="41" y="0"/>
                  <a:pt x="32" y="0"/>
                  <a:pt x="28" y="5"/>
                </a:cubicBezTo>
                <a:cubicBezTo>
                  <a:pt x="21" y="14"/>
                  <a:pt x="13" y="23"/>
                  <a:pt x="6" y="32"/>
                </a:cubicBezTo>
                <a:cubicBezTo>
                  <a:pt x="2" y="37"/>
                  <a:pt x="0" y="46"/>
                  <a:pt x="6" y="51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稻壳儿春秋广告/盗版必究        原创来源：http://chn.docer.com/works?userid=199329941#!/work_time"/>
          <p:cNvSpPr/>
          <p:nvPr/>
        </p:nvSpPr>
        <p:spPr bwMode="auto">
          <a:xfrm>
            <a:off x="10714283" y="4687187"/>
            <a:ext cx="166688" cy="187325"/>
          </a:xfrm>
          <a:custGeom>
            <a:avLst/>
            <a:gdLst>
              <a:gd name="T0" fmla="*/ 4 w 50"/>
              <a:gd name="T1" fmla="*/ 22 h 56"/>
              <a:gd name="T2" fmla="*/ 26 w 50"/>
              <a:gd name="T3" fmla="*/ 50 h 56"/>
              <a:gd name="T4" fmla="*/ 44 w 50"/>
              <a:gd name="T5" fmla="*/ 50 h 56"/>
              <a:gd name="T6" fmla="*/ 44 w 50"/>
              <a:gd name="T7" fmla="*/ 49 h 56"/>
              <a:gd name="T8" fmla="*/ 44 w 50"/>
              <a:gd name="T9" fmla="*/ 31 h 56"/>
              <a:gd name="T10" fmla="*/ 22 w 50"/>
              <a:gd name="T11" fmla="*/ 4 h 56"/>
              <a:gd name="T12" fmla="*/ 12 w 50"/>
              <a:gd name="T13" fmla="*/ 0 h 56"/>
              <a:gd name="T14" fmla="*/ 4 w 50"/>
              <a:gd name="T15" fmla="*/ 4 h 56"/>
              <a:gd name="T16" fmla="*/ 0 w 50"/>
              <a:gd name="T17" fmla="*/ 11 h 56"/>
              <a:gd name="T18" fmla="*/ 4 w 50"/>
              <a:gd name="T19" fmla="*/ 22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0" h="56">
                <a:moveTo>
                  <a:pt x="4" y="22"/>
                </a:moveTo>
                <a:cubicBezTo>
                  <a:pt x="11" y="32"/>
                  <a:pt x="18" y="41"/>
                  <a:pt x="26" y="50"/>
                </a:cubicBezTo>
                <a:cubicBezTo>
                  <a:pt x="30" y="56"/>
                  <a:pt x="39" y="54"/>
                  <a:pt x="44" y="50"/>
                </a:cubicBezTo>
                <a:cubicBezTo>
                  <a:pt x="44" y="50"/>
                  <a:pt x="44" y="49"/>
                  <a:pt x="44" y="49"/>
                </a:cubicBezTo>
                <a:cubicBezTo>
                  <a:pt x="50" y="45"/>
                  <a:pt x="48" y="36"/>
                  <a:pt x="44" y="31"/>
                </a:cubicBezTo>
                <a:cubicBezTo>
                  <a:pt x="37" y="22"/>
                  <a:pt x="30" y="13"/>
                  <a:pt x="22" y="4"/>
                </a:cubicBezTo>
                <a:cubicBezTo>
                  <a:pt x="20" y="1"/>
                  <a:pt x="16" y="0"/>
                  <a:pt x="12" y="0"/>
                </a:cubicBezTo>
                <a:cubicBezTo>
                  <a:pt x="9" y="0"/>
                  <a:pt x="6" y="2"/>
                  <a:pt x="4" y="4"/>
                </a:cubicBezTo>
                <a:cubicBezTo>
                  <a:pt x="1" y="6"/>
                  <a:pt x="0" y="9"/>
                  <a:pt x="0" y="11"/>
                </a:cubicBezTo>
                <a:cubicBezTo>
                  <a:pt x="0" y="15"/>
                  <a:pt x="1" y="19"/>
                  <a:pt x="4" y="22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稻壳儿春秋广告/盗版必究        原创来源：http://chn.docer.com/works?userid=199329941#!/work_time"/>
          <p:cNvSpPr/>
          <p:nvPr/>
        </p:nvSpPr>
        <p:spPr bwMode="auto">
          <a:xfrm>
            <a:off x="10268195" y="4844350"/>
            <a:ext cx="85725" cy="203200"/>
          </a:xfrm>
          <a:custGeom>
            <a:avLst/>
            <a:gdLst>
              <a:gd name="T0" fmla="*/ 13 w 26"/>
              <a:gd name="T1" fmla="*/ 61 h 61"/>
              <a:gd name="T2" fmla="*/ 13 w 26"/>
              <a:gd name="T3" fmla="*/ 61 h 61"/>
              <a:gd name="T4" fmla="*/ 26 w 26"/>
              <a:gd name="T5" fmla="*/ 48 h 61"/>
              <a:gd name="T6" fmla="*/ 26 w 26"/>
              <a:gd name="T7" fmla="*/ 13 h 61"/>
              <a:gd name="T8" fmla="*/ 13 w 26"/>
              <a:gd name="T9" fmla="*/ 0 h 61"/>
              <a:gd name="T10" fmla="*/ 13 w 26"/>
              <a:gd name="T11" fmla="*/ 0 h 61"/>
              <a:gd name="T12" fmla="*/ 4 w 26"/>
              <a:gd name="T13" fmla="*/ 3 h 61"/>
              <a:gd name="T14" fmla="*/ 0 w 26"/>
              <a:gd name="T15" fmla="*/ 13 h 61"/>
              <a:gd name="T16" fmla="*/ 0 w 26"/>
              <a:gd name="T17" fmla="*/ 48 h 61"/>
              <a:gd name="T18" fmla="*/ 13 w 26"/>
              <a:gd name="T19" fmla="*/ 61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" h="61">
                <a:moveTo>
                  <a:pt x="13" y="61"/>
                </a:moveTo>
                <a:cubicBezTo>
                  <a:pt x="13" y="61"/>
                  <a:pt x="13" y="61"/>
                  <a:pt x="13" y="61"/>
                </a:cubicBezTo>
                <a:cubicBezTo>
                  <a:pt x="20" y="61"/>
                  <a:pt x="26" y="56"/>
                  <a:pt x="26" y="48"/>
                </a:cubicBezTo>
                <a:cubicBezTo>
                  <a:pt x="26" y="37"/>
                  <a:pt x="26" y="25"/>
                  <a:pt x="26" y="13"/>
                </a:cubicBezTo>
                <a:cubicBezTo>
                  <a:pt x="26" y="6"/>
                  <a:pt x="21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9" y="0"/>
                  <a:pt x="7" y="2"/>
                  <a:pt x="4" y="3"/>
                </a:cubicBezTo>
                <a:cubicBezTo>
                  <a:pt x="2" y="6"/>
                  <a:pt x="0" y="9"/>
                  <a:pt x="0" y="13"/>
                </a:cubicBezTo>
                <a:cubicBezTo>
                  <a:pt x="0" y="25"/>
                  <a:pt x="0" y="37"/>
                  <a:pt x="0" y="48"/>
                </a:cubicBezTo>
                <a:cubicBezTo>
                  <a:pt x="0" y="55"/>
                  <a:pt x="6" y="61"/>
                  <a:pt x="13" y="61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" name="稻壳儿春秋广告/盗版必究        原创来源：http://chn.docer.com/works?userid=199329941#!/work_time"/>
          <p:cNvSpPr/>
          <p:nvPr/>
        </p:nvSpPr>
        <p:spPr bwMode="auto">
          <a:xfrm>
            <a:off x="9753845" y="3545775"/>
            <a:ext cx="1114425" cy="1198563"/>
          </a:xfrm>
          <a:custGeom>
            <a:avLst/>
            <a:gdLst>
              <a:gd name="connsiteX0" fmla="*/ 623744 w 1114425"/>
              <a:gd name="connsiteY0" fmla="*/ 549275 h 1198563"/>
              <a:gd name="connsiteX1" fmla="*/ 620425 w 1114425"/>
              <a:gd name="connsiteY1" fmla="*/ 595948 h 1198563"/>
              <a:gd name="connsiteX2" fmla="*/ 600508 w 1114425"/>
              <a:gd name="connsiteY2" fmla="*/ 612616 h 1198563"/>
              <a:gd name="connsiteX3" fmla="*/ 593870 w 1114425"/>
              <a:gd name="connsiteY3" fmla="*/ 615950 h 1198563"/>
              <a:gd name="connsiteX4" fmla="*/ 590550 w 1114425"/>
              <a:gd name="connsiteY4" fmla="*/ 612616 h 1198563"/>
              <a:gd name="connsiteX5" fmla="*/ 593870 w 1114425"/>
              <a:gd name="connsiteY5" fmla="*/ 592614 h 1198563"/>
              <a:gd name="connsiteX6" fmla="*/ 620425 w 1114425"/>
              <a:gd name="connsiteY6" fmla="*/ 552609 h 1198563"/>
              <a:gd name="connsiteX7" fmla="*/ 623744 w 1114425"/>
              <a:gd name="connsiteY7" fmla="*/ 549275 h 1198563"/>
              <a:gd name="connsiteX8" fmla="*/ 444357 w 1114425"/>
              <a:gd name="connsiteY8" fmla="*/ 546100 h 1198563"/>
              <a:gd name="connsiteX9" fmla="*/ 441038 w 1114425"/>
              <a:gd name="connsiteY9" fmla="*/ 582117 h 1198563"/>
              <a:gd name="connsiteX10" fmla="*/ 421121 w 1114425"/>
              <a:gd name="connsiteY10" fmla="*/ 598488 h 1198563"/>
              <a:gd name="connsiteX11" fmla="*/ 414483 w 1114425"/>
              <a:gd name="connsiteY11" fmla="*/ 591940 h 1198563"/>
              <a:gd name="connsiteX12" fmla="*/ 417802 w 1114425"/>
              <a:gd name="connsiteY12" fmla="*/ 575568 h 1198563"/>
              <a:gd name="connsiteX13" fmla="*/ 444357 w 1114425"/>
              <a:gd name="connsiteY13" fmla="*/ 546100 h 1198563"/>
              <a:gd name="connsiteX14" fmla="*/ 781050 w 1114425"/>
              <a:gd name="connsiteY14" fmla="*/ 431800 h 1198563"/>
              <a:gd name="connsiteX15" fmla="*/ 784324 w 1114425"/>
              <a:gd name="connsiteY15" fmla="*/ 431800 h 1198563"/>
              <a:gd name="connsiteX16" fmla="*/ 826890 w 1114425"/>
              <a:gd name="connsiteY16" fmla="*/ 455507 h 1198563"/>
              <a:gd name="connsiteX17" fmla="*/ 833438 w 1114425"/>
              <a:gd name="connsiteY17" fmla="*/ 475827 h 1198563"/>
              <a:gd name="connsiteX18" fmla="*/ 820341 w 1114425"/>
              <a:gd name="connsiteY18" fmla="*/ 482600 h 1198563"/>
              <a:gd name="connsiteX19" fmla="*/ 817067 w 1114425"/>
              <a:gd name="connsiteY19" fmla="*/ 482600 h 1198563"/>
              <a:gd name="connsiteX20" fmla="*/ 790873 w 1114425"/>
              <a:gd name="connsiteY20" fmla="*/ 452120 h 1198563"/>
              <a:gd name="connsiteX21" fmla="*/ 781050 w 1114425"/>
              <a:gd name="connsiteY21" fmla="*/ 431800 h 1198563"/>
              <a:gd name="connsiteX22" fmla="*/ 320676 w 1114425"/>
              <a:gd name="connsiteY22" fmla="*/ 415925 h 1198563"/>
              <a:gd name="connsiteX23" fmla="*/ 300832 w 1114425"/>
              <a:gd name="connsiteY23" fmla="*/ 452905 h 1198563"/>
              <a:gd name="connsiteX24" fmla="*/ 287603 w 1114425"/>
              <a:gd name="connsiteY24" fmla="*/ 473075 h 1198563"/>
              <a:gd name="connsiteX25" fmla="*/ 280988 w 1114425"/>
              <a:gd name="connsiteY25" fmla="*/ 456266 h 1198563"/>
              <a:gd name="connsiteX26" fmla="*/ 287603 w 1114425"/>
              <a:gd name="connsiteY26" fmla="*/ 429372 h 1198563"/>
              <a:gd name="connsiteX27" fmla="*/ 320676 w 1114425"/>
              <a:gd name="connsiteY27" fmla="*/ 415925 h 1198563"/>
              <a:gd name="connsiteX28" fmla="*/ 514259 w 1114425"/>
              <a:gd name="connsiteY28" fmla="*/ 0 h 1198563"/>
              <a:gd name="connsiteX29" fmla="*/ 577484 w 1114425"/>
              <a:gd name="connsiteY29" fmla="*/ 0 h 1198563"/>
              <a:gd name="connsiteX30" fmla="*/ 723900 w 1114425"/>
              <a:gd name="connsiteY30" fmla="*/ 408996 h 1198563"/>
              <a:gd name="connsiteX31" fmla="*/ 620743 w 1114425"/>
              <a:gd name="connsiteY31" fmla="*/ 492125 h 1198563"/>
              <a:gd name="connsiteX32" fmla="*/ 557518 w 1114425"/>
              <a:gd name="connsiteY32" fmla="*/ 475499 h 1198563"/>
              <a:gd name="connsiteX33" fmla="*/ 467672 w 1114425"/>
              <a:gd name="connsiteY33" fmla="*/ 485475 h 1198563"/>
              <a:gd name="connsiteX34" fmla="*/ 377825 w 1114425"/>
              <a:gd name="connsiteY34" fmla="*/ 385720 h 1198563"/>
              <a:gd name="connsiteX35" fmla="*/ 514259 w 1114425"/>
              <a:gd name="connsiteY35" fmla="*/ 0 h 1198563"/>
              <a:gd name="connsiteX36" fmla="*/ 357017 w 1114425"/>
              <a:gd name="connsiteY36" fmla="*/ 0 h 1198563"/>
              <a:gd name="connsiteX37" fmla="*/ 473798 w 1114425"/>
              <a:gd name="connsiteY37" fmla="*/ 0 h 1198563"/>
              <a:gd name="connsiteX38" fmla="*/ 336997 w 1114425"/>
              <a:gd name="connsiteY38" fmla="*/ 376216 h 1198563"/>
              <a:gd name="connsiteX39" fmla="*/ 326987 w 1114425"/>
              <a:gd name="connsiteY39" fmla="*/ 376216 h 1198563"/>
              <a:gd name="connsiteX40" fmla="*/ 246909 w 1114425"/>
              <a:gd name="connsiteY40" fmla="*/ 422827 h 1198563"/>
              <a:gd name="connsiteX41" fmla="*/ 260255 w 1114425"/>
              <a:gd name="connsiteY41" fmla="*/ 502731 h 1198563"/>
              <a:gd name="connsiteX42" fmla="*/ 283611 w 1114425"/>
              <a:gd name="connsiteY42" fmla="*/ 512719 h 1198563"/>
              <a:gd name="connsiteX43" fmla="*/ 333660 w 1114425"/>
              <a:gd name="connsiteY43" fmla="*/ 476096 h 1198563"/>
              <a:gd name="connsiteX44" fmla="*/ 336997 w 1114425"/>
              <a:gd name="connsiteY44" fmla="*/ 472767 h 1198563"/>
              <a:gd name="connsiteX45" fmla="*/ 360353 w 1114425"/>
              <a:gd name="connsiteY45" fmla="*/ 422827 h 1198563"/>
              <a:gd name="connsiteX46" fmla="*/ 433758 w 1114425"/>
              <a:gd name="connsiteY46" fmla="*/ 506060 h 1198563"/>
              <a:gd name="connsiteX47" fmla="*/ 420412 w 1114425"/>
              <a:gd name="connsiteY47" fmla="*/ 516048 h 1198563"/>
              <a:gd name="connsiteX48" fmla="*/ 373700 w 1114425"/>
              <a:gd name="connsiteY48" fmla="*/ 582635 h 1198563"/>
              <a:gd name="connsiteX49" fmla="*/ 390383 w 1114425"/>
              <a:gd name="connsiteY49" fmla="*/ 629246 h 1198563"/>
              <a:gd name="connsiteX50" fmla="*/ 420412 w 1114425"/>
              <a:gd name="connsiteY50" fmla="*/ 639234 h 1198563"/>
              <a:gd name="connsiteX51" fmla="*/ 453778 w 1114425"/>
              <a:gd name="connsiteY51" fmla="*/ 629246 h 1198563"/>
              <a:gd name="connsiteX52" fmla="*/ 483807 w 1114425"/>
              <a:gd name="connsiteY52" fmla="*/ 549342 h 1198563"/>
              <a:gd name="connsiteX53" fmla="*/ 477134 w 1114425"/>
              <a:gd name="connsiteY53" fmla="*/ 526036 h 1198563"/>
              <a:gd name="connsiteX54" fmla="*/ 490481 w 1114425"/>
              <a:gd name="connsiteY54" fmla="*/ 519377 h 1198563"/>
              <a:gd name="connsiteX55" fmla="*/ 577232 w 1114425"/>
              <a:gd name="connsiteY55" fmla="*/ 516048 h 1198563"/>
              <a:gd name="connsiteX56" fmla="*/ 593915 w 1114425"/>
              <a:gd name="connsiteY56" fmla="*/ 522707 h 1198563"/>
              <a:gd name="connsiteX57" fmla="*/ 590579 w 1114425"/>
              <a:gd name="connsiteY57" fmla="*/ 526036 h 1198563"/>
              <a:gd name="connsiteX58" fmla="*/ 550540 w 1114425"/>
              <a:gd name="connsiteY58" fmla="*/ 612599 h 1198563"/>
              <a:gd name="connsiteX59" fmla="*/ 570559 w 1114425"/>
              <a:gd name="connsiteY59" fmla="*/ 645892 h 1198563"/>
              <a:gd name="connsiteX60" fmla="*/ 637291 w 1114425"/>
              <a:gd name="connsiteY60" fmla="*/ 635904 h 1198563"/>
              <a:gd name="connsiteX61" fmla="*/ 663984 w 1114425"/>
              <a:gd name="connsiteY61" fmla="*/ 556000 h 1198563"/>
              <a:gd name="connsiteX62" fmla="*/ 650638 w 1114425"/>
              <a:gd name="connsiteY62" fmla="*/ 519377 h 1198563"/>
              <a:gd name="connsiteX63" fmla="*/ 740726 w 1114425"/>
              <a:gd name="connsiteY63" fmla="*/ 446132 h 1198563"/>
              <a:gd name="connsiteX64" fmla="*/ 754072 w 1114425"/>
              <a:gd name="connsiteY64" fmla="*/ 472767 h 1198563"/>
              <a:gd name="connsiteX65" fmla="*/ 820804 w 1114425"/>
              <a:gd name="connsiteY65" fmla="*/ 522707 h 1198563"/>
              <a:gd name="connsiteX66" fmla="*/ 850834 w 1114425"/>
              <a:gd name="connsiteY66" fmla="*/ 512719 h 1198563"/>
              <a:gd name="connsiteX67" fmla="*/ 874190 w 1114425"/>
              <a:gd name="connsiteY67" fmla="*/ 479425 h 1198563"/>
              <a:gd name="connsiteX68" fmla="*/ 844160 w 1114425"/>
              <a:gd name="connsiteY68" fmla="*/ 416168 h 1198563"/>
              <a:gd name="connsiteX69" fmla="*/ 760745 w 1114425"/>
              <a:gd name="connsiteY69" fmla="*/ 396192 h 1198563"/>
              <a:gd name="connsiteX70" fmla="*/ 617272 w 1114425"/>
              <a:gd name="connsiteY70" fmla="*/ 0 h 1198563"/>
              <a:gd name="connsiteX71" fmla="*/ 757409 w 1114425"/>
              <a:gd name="connsiteY71" fmla="*/ 0 h 1198563"/>
              <a:gd name="connsiteX72" fmla="*/ 790775 w 1114425"/>
              <a:gd name="connsiteY72" fmla="*/ 33294 h 1198563"/>
              <a:gd name="connsiteX73" fmla="*/ 790775 w 1114425"/>
              <a:gd name="connsiteY73" fmla="*/ 139832 h 1198563"/>
              <a:gd name="connsiteX74" fmla="*/ 1114425 w 1114425"/>
              <a:gd name="connsiteY74" fmla="*/ 642563 h 1198563"/>
              <a:gd name="connsiteX75" fmla="*/ 557213 w 1114425"/>
              <a:gd name="connsiteY75" fmla="*/ 1198563 h 1198563"/>
              <a:gd name="connsiteX76" fmla="*/ 0 w 1114425"/>
              <a:gd name="connsiteY76" fmla="*/ 645892 h 1198563"/>
              <a:gd name="connsiteX77" fmla="*/ 323651 w 1114425"/>
              <a:gd name="connsiteY77" fmla="*/ 139832 h 1198563"/>
              <a:gd name="connsiteX78" fmla="*/ 323651 w 1114425"/>
              <a:gd name="connsiteY78" fmla="*/ 33294 h 1198563"/>
              <a:gd name="connsiteX79" fmla="*/ 357017 w 1114425"/>
              <a:gd name="connsiteY79" fmla="*/ 0 h 1198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114425" h="1198563">
                <a:moveTo>
                  <a:pt x="623744" y="549275"/>
                </a:moveTo>
                <a:cubicBezTo>
                  <a:pt x="627063" y="562610"/>
                  <a:pt x="627063" y="579279"/>
                  <a:pt x="620425" y="595948"/>
                </a:cubicBezTo>
                <a:cubicBezTo>
                  <a:pt x="613786" y="602615"/>
                  <a:pt x="610466" y="609283"/>
                  <a:pt x="600508" y="612616"/>
                </a:cubicBezTo>
                <a:cubicBezTo>
                  <a:pt x="597189" y="615950"/>
                  <a:pt x="597189" y="615950"/>
                  <a:pt x="593870" y="615950"/>
                </a:cubicBezTo>
                <a:cubicBezTo>
                  <a:pt x="593870" y="615950"/>
                  <a:pt x="593870" y="615950"/>
                  <a:pt x="590550" y="612616"/>
                </a:cubicBezTo>
                <a:cubicBezTo>
                  <a:pt x="590550" y="609283"/>
                  <a:pt x="590550" y="595948"/>
                  <a:pt x="593870" y="592614"/>
                </a:cubicBezTo>
                <a:cubicBezTo>
                  <a:pt x="600508" y="579279"/>
                  <a:pt x="610466" y="565944"/>
                  <a:pt x="620425" y="552609"/>
                </a:cubicBezTo>
                <a:cubicBezTo>
                  <a:pt x="620425" y="552609"/>
                  <a:pt x="620425" y="552609"/>
                  <a:pt x="623744" y="549275"/>
                </a:cubicBezTo>
                <a:close/>
                <a:moveTo>
                  <a:pt x="444357" y="546100"/>
                </a:moveTo>
                <a:cubicBezTo>
                  <a:pt x="444357" y="559197"/>
                  <a:pt x="447676" y="572294"/>
                  <a:pt x="441038" y="582117"/>
                </a:cubicBezTo>
                <a:cubicBezTo>
                  <a:pt x="437718" y="591940"/>
                  <a:pt x="427760" y="598488"/>
                  <a:pt x="421121" y="598488"/>
                </a:cubicBezTo>
                <a:cubicBezTo>
                  <a:pt x="417802" y="598488"/>
                  <a:pt x="417802" y="598488"/>
                  <a:pt x="414483" y="591940"/>
                </a:cubicBezTo>
                <a:cubicBezTo>
                  <a:pt x="411163" y="588665"/>
                  <a:pt x="411163" y="582117"/>
                  <a:pt x="417802" y="575568"/>
                </a:cubicBezTo>
                <a:cubicBezTo>
                  <a:pt x="421121" y="565746"/>
                  <a:pt x="431079" y="555923"/>
                  <a:pt x="444357" y="546100"/>
                </a:cubicBezTo>
                <a:close/>
                <a:moveTo>
                  <a:pt x="781050" y="431800"/>
                </a:moveTo>
                <a:cubicBezTo>
                  <a:pt x="781050" y="431800"/>
                  <a:pt x="781050" y="431800"/>
                  <a:pt x="784324" y="431800"/>
                </a:cubicBezTo>
                <a:cubicBezTo>
                  <a:pt x="797421" y="431800"/>
                  <a:pt x="817067" y="441960"/>
                  <a:pt x="826890" y="455507"/>
                </a:cubicBezTo>
                <a:cubicBezTo>
                  <a:pt x="830164" y="458893"/>
                  <a:pt x="833438" y="469053"/>
                  <a:pt x="833438" y="475827"/>
                </a:cubicBezTo>
                <a:cubicBezTo>
                  <a:pt x="830164" y="482600"/>
                  <a:pt x="826890" y="482600"/>
                  <a:pt x="820341" y="482600"/>
                </a:cubicBezTo>
                <a:cubicBezTo>
                  <a:pt x="820341" y="482600"/>
                  <a:pt x="817067" y="482600"/>
                  <a:pt x="817067" y="482600"/>
                </a:cubicBezTo>
                <a:cubicBezTo>
                  <a:pt x="803970" y="482600"/>
                  <a:pt x="797421" y="465667"/>
                  <a:pt x="790873" y="452120"/>
                </a:cubicBezTo>
                <a:cubicBezTo>
                  <a:pt x="787599" y="445347"/>
                  <a:pt x="784324" y="438573"/>
                  <a:pt x="781050" y="431800"/>
                </a:cubicBezTo>
                <a:close/>
                <a:moveTo>
                  <a:pt x="320676" y="415925"/>
                </a:moveTo>
                <a:cubicBezTo>
                  <a:pt x="314062" y="429372"/>
                  <a:pt x="307447" y="439457"/>
                  <a:pt x="300832" y="452905"/>
                </a:cubicBezTo>
                <a:cubicBezTo>
                  <a:pt x="290910" y="469713"/>
                  <a:pt x="287603" y="473075"/>
                  <a:pt x="287603" y="473075"/>
                </a:cubicBezTo>
                <a:cubicBezTo>
                  <a:pt x="284296" y="469713"/>
                  <a:pt x="280988" y="466352"/>
                  <a:pt x="280988" y="456266"/>
                </a:cubicBezTo>
                <a:cubicBezTo>
                  <a:pt x="280988" y="442819"/>
                  <a:pt x="284296" y="436096"/>
                  <a:pt x="287603" y="429372"/>
                </a:cubicBezTo>
                <a:cubicBezTo>
                  <a:pt x="294218" y="422649"/>
                  <a:pt x="307447" y="415925"/>
                  <a:pt x="320676" y="415925"/>
                </a:cubicBezTo>
                <a:close/>
                <a:moveTo>
                  <a:pt x="514259" y="0"/>
                </a:moveTo>
                <a:cubicBezTo>
                  <a:pt x="514259" y="0"/>
                  <a:pt x="514259" y="0"/>
                  <a:pt x="577484" y="0"/>
                </a:cubicBezTo>
                <a:cubicBezTo>
                  <a:pt x="620743" y="152958"/>
                  <a:pt x="667330" y="289290"/>
                  <a:pt x="723900" y="408996"/>
                </a:cubicBezTo>
                <a:cubicBezTo>
                  <a:pt x="677313" y="428947"/>
                  <a:pt x="637381" y="472174"/>
                  <a:pt x="620743" y="492125"/>
                </a:cubicBezTo>
                <a:cubicBezTo>
                  <a:pt x="604105" y="482150"/>
                  <a:pt x="580812" y="475499"/>
                  <a:pt x="557518" y="475499"/>
                </a:cubicBezTo>
                <a:cubicBezTo>
                  <a:pt x="524242" y="472174"/>
                  <a:pt x="497620" y="475499"/>
                  <a:pt x="467672" y="485475"/>
                </a:cubicBezTo>
                <a:cubicBezTo>
                  <a:pt x="451033" y="438922"/>
                  <a:pt x="417757" y="405671"/>
                  <a:pt x="377825" y="385720"/>
                </a:cubicBezTo>
                <a:cubicBezTo>
                  <a:pt x="427740" y="272664"/>
                  <a:pt x="474327" y="146308"/>
                  <a:pt x="514259" y="0"/>
                </a:cubicBezTo>
                <a:close/>
                <a:moveTo>
                  <a:pt x="357017" y="0"/>
                </a:moveTo>
                <a:cubicBezTo>
                  <a:pt x="357017" y="0"/>
                  <a:pt x="357017" y="0"/>
                  <a:pt x="473798" y="0"/>
                </a:cubicBezTo>
                <a:cubicBezTo>
                  <a:pt x="433758" y="143162"/>
                  <a:pt x="390383" y="266347"/>
                  <a:pt x="336997" y="376216"/>
                </a:cubicBezTo>
                <a:cubicBezTo>
                  <a:pt x="333660" y="376216"/>
                  <a:pt x="330324" y="376216"/>
                  <a:pt x="326987" y="376216"/>
                </a:cubicBezTo>
                <a:cubicBezTo>
                  <a:pt x="286948" y="376216"/>
                  <a:pt x="256919" y="392862"/>
                  <a:pt x="246909" y="422827"/>
                </a:cubicBezTo>
                <a:cubicBezTo>
                  <a:pt x="236899" y="449461"/>
                  <a:pt x="236899" y="482755"/>
                  <a:pt x="260255" y="502731"/>
                </a:cubicBezTo>
                <a:cubicBezTo>
                  <a:pt x="266928" y="509389"/>
                  <a:pt x="276938" y="512719"/>
                  <a:pt x="283611" y="512719"/>
                </a:cubicBezTo>
                <a:cubicBezTo>
                  <a:pt x="306968" y="512719"/>
                  <a:pt x="326987" y="486084"/>
                  <a:pt x="333660" y="476096"/>
                </a:cubicBezTo>
                <a:cubicBezTo>
                  <a:pt x="333660" y="472767"/>
                  <a:pt x="336997" y="472767"/>
                  <a:pt x="336997" y="472767"/>
                </a:cubicBezTo>
                <a:cubicBezTo>
                  <a:pt x="343670" y="456120"/>
                  <a:pt x="353680" y="439473"/>
                  <a:pt x="360353" y="422827"/>
                </a:cubicBezTo>
                <a:cubicBezTo>
                  <a:pt x="400392" y="436144"/>
                  <a:pt x="420412" y="479425"/>
                  <a:pt x="433758" y="506060"/>
                </a:cubicBezTo>
                <a:cubicBezTo>
                  <a:pt x="427085" y="509389"/>
                  <a:pt x="423749" y="512719"/>
                  <a:pt x="420412" y="516048"/>
                </a:cubicBezTo>
                <a:cubicBezTo>
                  <a:pt x="407066" y="522707"/>
                  <a:pt x="377036" y="549342"/>
                  <a:pt x="373700" y="582635"/>
                </a:cubicBezTo>
                <a:cubicBezTo>
                  <a:pt x="370363" y="599282"/>
                  <a:pt x="377036" y="615928"/>
                  <a:pt x="390383" y="629246"/>
                </a:cubicBezTo>
                <a:cubicBezTo>
                  <a:pt x="397056" y="635904"/>
                  <a:pt x="407066" y="639234"/>
                  <a:pt x="420412" y="639234"/>
                </a:cubicBezTo>
                <a:cubicBezTo>
                  <a:pt x="430422" y="639234"/>
                  <a:pt x="443768" y="635904"/>
                  <a:pt x="453778" y="629246"/>
                </a:cubicBezTo>
                <a:cubicBezTo>
                  <a:pt x="477134" y="609270"/>
                  <a:pt x="487144" y="582635"/>
                  <a:pt x="483807" y="549342"/>
                </a:cubicBezTo>
                <a:cubicBezTo>
                  <a:pt x="480471" y="542683"/>
                  <a:pt x="480471" y="532695"/>
                  <a:pt x="477134" y="526036"/>
                </a:cubicBezTo>
                <a:cubicBezTo>
                  <a:pt x="483807" y="522707"/>
                  <a:pt x="487144" y="522707"/>
                  <a:pt x="490481" y="519377"/>
                </a:cubicBezTo>
                <a:cubicBezTo>
                  <a:pt x="513837" y="512719"/>
                  <a:pt x="543866" y="509389"/>
                  <a:pt x="577232" y="516048"/>
                </a:cubicBezTo>
                <a:cubicBezTo>
                  <a:pt x="583906" y="519377"/>
                  <a:pt x="587242" y="519377"/>
                  <a:pt x="593915" y="522707"/>
                </a:cubicBezTo>
                <a:cubicBezTo>
                  <a:pt x="593915" y="522707"/>
                  <a:pt x="590579" y="526036"/>
                  <a:pt x="590579" y="526036"/>
                </a:cubicBezTo>
                <a:cubicBezTo>
                  <a:pt x="570559" y="549342"/>
                  <a:pt x="547203" y="582635"/>
                  <a:pt x="550540" y="612599"/>
                </a:cubicBezTo>
                <a:cubicBezTo>
                  <a:pt x="550540" y="625916"/>
                  <a:pt x="557213" y="635904"/>
                  <a:pt x="570559" y="645892"/>
                </a:cubicBezTo>
                <a:cubicBezTo>
                  <a:pt x="593915" y="662539"/>
                  <a:pt x="617272" y="655880"/>
                  <a:pt x="637291" y="635904"/>
                </a:cubicBezTo>
                <a:cubicBezTo>
                  <a:pt x="657311" y="612599"/>
                  <a:pt x="667321" y="579306"/>
                  <a:pt x="663984" y="556000"/>
                </a:cubicBezTo>
                <a:cubicBezTo>
                  <a:pt x="663984" y="542683"/>
                  <a:pt x="657311" y="529365"/>
                  <a:pt x="650638" y="519377"/>
                </a:cubicBezTo>
                <a:cubicBezTo>
                  <a:pt x="677330" y="486084"/>
                  <a:pt x="710696" y="459449"/>
                  <a:pt x="740726" y="446132"/>
                </a:cubicBezTo>
                <a:cubicBezTo>
                  <a:pt x="747399" y="452791"/>
                  <a:pt x="750736" y="462779"/>
                  <a:pt x="754072" y="472767"/>
                </a:cubicBezTo>
                <a:cubicBezTo>
                  <a:pt x="767419" y="496072"/>
                  <a:pt x="790775" y="522707"/>
                  <a:pt x="820804" y="522707"/>
                </a:cubicBezTo>
                <a:cubicBezTo>
                  <a:pt x="830814" y="522707"/>
                  <a:pt x="840824" y="519377"/>
                  <a:pt x="850834" y="512719"/>
                </a:cubicBezTo>
                <a:cubicBezTo>
                  <a:pt x="864180" y="506060"/>
                  <a:pt x="870853" y="492743"/>
                  <a:pt x="874190" y="479425"/>
                </a:cubicBezTo>
                <a:cubicBezTo>
                  <a:pt x="874190" y="456120"/>
                  <a:pt x="860843" y="432815"/>
                  <a:pt x="844160" y="416168"/>
                </a:cubicBezTo>
                <a:cubicBezTo>
                  <a:pt x="820804" y="396192"/>
                  <a:pt x="794111" y="389533"/>
                  <a:pt x="760745" y="396192"/>
                </a:cubicBezTo>
                <a:cubicBezTo>
                  <a:pt x="707360" y="279665"/>
                  <a:pt x="660647" y="149821"/>
                  <a:pt x="617272" y="0"/>
                </a:cubicBezTo>
                <a:cubicBezTo>
                  <a:pt x="617272" y="0"/>
                  <a:pt x="617272" y="0"/>
                  <a:pt x="757409" y="0"/>
                </a:cubicBezTo>
                <a:cubicBezTo>
                  <a:pt x="774092" y="0"/>
                  <a:pt x="790775" y="13317"/>
                  <a:pt x="790775" y="33294"/>
                </a:cubicBezTo>
                <a:cubicBezTo>
                  <a:pt x="790775" y="33294"/>
                  <a:pt x="790775" y="33294"/>
                  <a:pt x="790775" y="139832"/>
                </a:cubicBezTo>
                <a:cubicBezTo>
                  <a:pt x="980961" y="226395"/>
                  <a:pt x="1114425" y="419497"/>
                  <a:pt x="1114425" y="642563"/>
                </a:cubicBezTo>
                <a:cubicBezTo>
                  <a:pt x="1114425" y="948863"/>
                  <a:pt x="864180" y="1198563"/>
                  <a:pt x="557213" y="1198563"/>
                </a:cubicBezTo>
                <a:cubicBezTo>
                  <a:pt x="250245" y="1198563"/>
                  <a:pt x="0" y="952192"/>
                  <a:pt x="0" y="645892"/>
                </a:cubicBezTo>
                <a:cubicBezTo>
                  <a:pt x="0" y="422827"/>
                  <a:pt x="133464" y="229725"/>
                  <a:pt x="323651" y="139832"/>
                </a:cubicBezTo>
                <a:cubicBezTo>
                  <a:pt x="323651" y="139832"/>
                  <a:pt x="323651" y="139832"/>
                  <a:pt x="323651" y="33294"/>
                </a:cubicBezTo>
                <a:cubicBezTo>
                  <a:pt x="323651" y="13317"/>
                  <a:pt x="336997" y="0"/>
                  <a:pt x="357017" y="0"/>
                </a:cubicBezTo>
                <a:close/>
              </a:path>
            </a:pathLst>
          </a:custGeom>
          <a:solidFill>
            <a:srgbClr val="FABF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3464628" y="-35936"/>
            <a:ext cx="1093082" cy="3234842"/>
            <a:chOff x="7556952" y="1"/>
            <a:chExt cx="1093082" cy="3234842"/>
          </a:xfrm>
        </p:grpSpPr>
        <p:sp>
          <p:nvSpPr>
            <p:cNvPr id="43" name="稻壳儿春秋广告/盗版必究        原创来源：http://chn.docer.com/works?userid=199329941#!/work_time"/>
            <p:cNvSpPr/>
            <p:nvPr/>
          </p:nvSpPr>
          <p:spPr bwMode="auto">
            <a:xfrm>
              <a:off x="7960982" y="2027550"/>
              <a:ext cx="298022" cy="246221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4" name="稻壳儿春秋广告/盗版必究        原创来源：http://chn.docer.com/works?userid=199329941#!/work_time"/>
            <p:cNvSpPr/>
            <p:nvPr/>
          </p:nvSpPr>
          <p:spPr bwMode="auto">
            <a:xfrm>
              <a:off x="7613957" y="2424783"/>
              <a:ext cx="124009" cy="9400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5" name="稻壳儿春秋广告/盗版必究        原创来源：http://chn.docer.com/works?userid=199329941#!/work_time"/>
            <p:cNvSpPr/>
            <p:nvPr/>
          </p:nvSpPr>
          <p:spPr bwMode="auto">
            <a:xfrm>
              <a:off x="8482021" y="2422782"/>
              <a:ext cx="124009" cy="9400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6" name="稻壳儿春秋广告/盗版必究        原创来源：http://chn.docer.com/works?userid=199329941#!/work_time"/>
            <p:cNvSpPr/>
            <p:nvPr/>
          </p:nvSpPr>
          <p:spPr bwMode="auto">
            <a:xfrm>
              <a:off x="7556952" y="2756807"/>
              <a:ext cx="143011" cy="75006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7" name="稻壳儿春秋广告/盗版必究        原创来源：http://chn.docer.com/works?userid=199329941#!/work_time"/>
            <p:cNvSpPr/>
            <p:nvPr/>
          </p:nvSpPr>
          <p:spPr bwMode="auto">
            <a:xfrm>
              <a:off x="8520024" y="2751807"/>
              <a:ext cx="130010" cy="7600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8" name="稻壳儿春秋广告/盗版必究        原创来源：http://chn.docer.com/works?userid=199329941#!/work_time"/>
            <p:cNvSpPr/>
            <p:nvPr/>
          </p:nvSpPr>
          <p:spPr bwMode="auto">
            <a:xfrm>
              <a:off x="7750966" y="3005826"/>
              <a:ext cx="109008" cy="120009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9" name="稻壳儿春秋广告/盗版必究        原创来源：http://chn.docer.com/works?userid=199329941#!/work_time"/>
            <p:cNvSpPr/>
            <p:nvPr/>
          </p:nvSpPr>
          <p:spPr bwMode="auto">
            <a:xfrm>
              <a:off x="8364013" y="3007826"/>
              <a:ext cx="105008" cy="118009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0" name="稻壳儿春秋广告/盗版必究        原创来源：http://chn.docer.com/works?userid=199329941#!/work_time"/>
            <p:cNvSpPr/>
            <p:nvPr/>
          </p:nvSpPr>
          <p:spPr bwMode="auto">
            <a:xfrm>
              <a:off x="8082991" y="3106833"/>
              <a:ext cx="54004" cy="128010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1" name="稻壳儿春秋广告/盗版必究        原创来源：http://chn.docer.com/works?userid=199329941#!/work_time"/>
            <p:cNvSpPr/>
            <p:nvPr/>
          </p:nvSpPr>
          <p:spPr bwMode="auto">
            <a:xfrm>
              <a:off x="7758967" y="2288772"/>
              <a:ext cx="702052" cy="755057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3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8098618" y="1"/>
              <a:ext cx="22750" cy="20385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942377" y="0"/>
            <a:ext cx="1554099" cy="3936235"/>
            <a:chOff x="942377" y="0"/>
            <a:chExt cx="1554099" cy="3936235"/>
          </a:xfrm>
        </p:grpSpPr>
        <p:sp>
          <p:nvSpPr>
            <p:cNvPr id="32" name="稻壳儿春秋广告/盗版必究        原创来源：http://chn.docer.com/works?userid=199329941#!/work_time"/>
            <p:cNvSpPr/>
            <p:nvPr/>
          </p:nvSpPr>
          <p:spPr bwMode="auto">
            <a:xfrm>
              <a:off x="1516810" y="2219755"/>
              <a:ext cx="423716" cy="350066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3" name="稻壳儿春秋广告/盗版必究        原创来源：http://chn.docer.com/works?userid=199329941#!/work_time"/>
            <p:cNvSpPr/>
            <p:nvPr/>
          </p:nvSpPr>
          <p:spPr bwMode="auto">
            <a:xfrm>
              <a:off x="1023424" y="2784524"/>
              <a:ext cx="176311" cy="133655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4" name="稻壳儿春秋广告/盗版必究        原创来源：http://chn.docer.com/works?userid=199329941#!/work_time"/>
            <p:cNvSpPr/>
            <p:nvPr/>
          </p:nvSpPr>
          <p:spPr bwMode="auto">
            <a:xfrm>
              <a:off x="2257603" y="2781680"/>
              <a:ext cx="176311" cy="133655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5" name="稻壳儿春秋广告/盗版必究        原创来源：http://chn.docer.com/works?userid=199329941#!/work_time"/>
            <p:cNvSpPr/>
            <p:nvPr/>
          </p:nvSpPr>
          <p:spPr bwMode="auto">
            <a:xfrm>
              <a:off x="942377" y="3256583"/>
              <a:ext cx="203327" cy="106640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6" name="稻壳儿春秋广告/盗版必究        原创来源：http://chn.docer.com/works?userid=199329941#!/work_time"/>
            <p:cNvSpPr/>
            <p:nvPr/>
          </p:nvSpPr>
          <p:spPr bwMode="auto">
            <a:xfrm>
              <a:off x="2311634" y="3249474"/>
              <a:ext cx="184842" cy="108062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7" name="稻壳儿春秋广告/盗版必究        原创来源：http://chn.docer.com/works?userid=199329941#!/work_time"/>
            <p:cNvSpPr/>
            <p:nvPr/>
          </p:nvSpPr>
          <p:spPr bwMode="auto">
            <a:xfrm>
              <a:off x="1218219" y="3610627"/>
              <a:ext cx="154984" cy="170624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8" name="稻壳儿春秋广告/盗版必究        原创来源：http://chn.docer.com/works?userid=199329941#!/work_time"/>
            <p:cNvSpPr/>
            <p:nvPr/>
          </p:nvSpPr>
          <p:spPr bwMode="auto">
            <a:xfrm>
              <a:off x="2089823" y="3613471"/>
              <a:ext cx="149296" cy="167780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9" name="稻壳儿春秋广告/盗版必究        原创来源：http://chn.docer.com/works?userid=199329941#!/work_time"/>
            <p:cNvSpPr/>
            <p:nvPr/>
          </p:nvSpPr>
          <p:spPr bwMode="auto">
            <a:xfrm>
              <a:off x="1690278" y="3754236"/>
              <a:ext cx="76781" cy="181999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0" name="稻壳儿春秋广告/盗版必究        原创来源：http://chn.docer.com/works?userid=199329941#!/work_time"/>
            <p:cNvSpPr/>
            <p:nvPr/>
          </p:nvSpPr>
          <p:spPr bwMode="auto">
            <a:xfrm>
              <a:off x="1229594" y="2591150"/>
              <a:ext cx="998149" cy="1073509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1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1717294" y="0"/>
              <a:ext cx="22750" cy="22470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4" name="稻壳儿春秋广告/盗版必究        原创来源：http://chn.docer.com/works?userid=199329941#!/work_time"/>
          <p:cNvSpPr>
            <a:spLocks noChangeArrowheads="1"/>
          </p:cNvSpPr>
          <p:nvPr/>
        </p:nvSpPr>
        <p:spPr bwMode="auto">
          <a:xfrm>
            <a:off x="10298358" y="-35936"/>
            <a:ext cx="25400" cy="319753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5" name="稻壳儿春秋广告/盗版必究        原创来源：http://chn.docer.com/works?userid=199329941#!/work_time"/>
          <p:cNvSpPr txBox="1"/>
          <p:nvPr/>
        </p:nvSpPr>
        <p:spPr>
          <a:xfrm flipH="1">
            <a:off x="3722370" y="4249420"/>
            <a:ext cx="47472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Simple Customization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ABF24"/>
              </a:solidFill>
              <a:effectLst/>
              <a:uLnTx/>
              <a:uFillTx/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  <a:sym typeface="+mn-lt"/>
            </a:endParaRPr>
          </a:p>
        </p:txBody>
      </p:sp>
      <p:sp>
        <p:nvSpPr>
          <p:cNvPr id="56" name="稻壳儿春秋广告/盗版必究        原创来源：http://chn.docer.com/works?userid=199329941#!/work_time"/>
          <p:cNvSpPr txBox="1"/>
          <p:nvPr/>
        </p:nvSpPr>
        <p:spPr>
          <a:xfrm flipH="1">
            <a:off x="5141503" y="3357536"/>
            <a:ext cx="190899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ABF24"/>
                </a:solidFill>
                <a:effectLst/>
                <a:uLnTx/>
                <a:uFillTx/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Part 2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ABF24"/>
              </a:solidFill>
              <a:effectLst/>
              <a:uLnTx/>
              <a:uFillTx/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  <a:sym typeface="+mn-lt"/>
            </a:endParaRPr>
          </a:p>
        </p:txBody>
      </p:sp>
      <p:cxnSp>
        <p:nvCxnSpPr>
          <p:cNvPr id="57" name="稻壳儿春秋广告/盗版必究        原创来源：http://chn.docer.com/works?userid=199329941#!/work_time"/>
          <p:cNvCxnSpPr/>
          <p:nvPr/>
        </p:nvCxnSpPr>
        <p:spPr>
          <a:xfrm>
            <a:off x="5968645" y="4158987"/>
            <a:ext cx="254711" cy="0"/>
          </a:xfrm>
          <a:prstGeom prst="line">
            <a:avLst/>
          </a:prstGeom>
          <a:ln w="28575">
            <a:solidFill>
              <a:srgbClr val="FAB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10837058" y="0"/>
            <a:ext cx="793664" cy="1216710"/>
            <a:chOff x="1213556" y="1559117"/>
            <a:chExt cx="1093082" cy="1675726"/>
          </a:xfrm>
        </p:grpSpPr>
        <p:sp>
          <p:nvSpPr>
            <p:cNvPr id="54" name="稻壳儿春秋广告/盗版必究        原创来源：http://chn.docer.com/works?userid=199329941#!/work_time"/>
            <p:cNvSpPr/>
            <p:nvPr/>
          </p:nvSpPr>
          <p:spPr bwMode="auto">
            <a:xfrm>
              <a:off x="1617586" y="2027550"/>
              <a:ext cx="298022" cy="246221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5" name="稻壳儿春秋广告/盗版必究        原创来源：http://chn.docer.com/works?userid=199329941#!/work_time"/>
            <p:cNvSpPr/>
            <p:nvPr/>
          </p:nvSpPr>
          <p:spPr bwMode="auto">
            <a:xfrm>
              <a:off x="1270561" y="2424783"/>
              <a:ext cx="124009" cy="9400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稻壳儿春秋广告/盗版必究        原创来源：http://chn.docer.com/works?userid=199329941#!/work_time"/>
            <p:cNvSpPr/>
            <p:nvPr/>
          </p:nvSpPr>
          <p:spPr bwMode="auto">
            <a:xfrm>
              <a:off x="2138625" y="2422782"/>
              <a:ext cx="124009" cy="9400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稻壳儿春秋广告/盗版必究        原创来源：http://chn.docer.com/works?userid=199329941#!/work_time"/>
            <p:cNvSpPr/>
            <p:nvPr/>
          </p:nvSpPr>
          <p:spPr bwMode="auto">
            <a:xfrm>
              <a:off x="1213556" y="2756807"/>
              <a:ext cx="143011" cy="75006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稻壳儿春秋广告/盗版必究        原创来源：http://chn.docer.com/works?userid=199329941#!/work_time"/>
            <p:cNvSpPr/>
            <p:nvPr/>
          </p:nvSpPr>
          <p:spPr bwMode="auto">
            <a:xfrm>
              <a:off x="2176628" y="2751807"/>
              <a:ext cx="130010" cy="7600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稻壳儿春秋广告/盗版必究        原创来源：http://chn.docer.com/works?userid=199329941#!/work_time"/>
            <p:cNvSpPr/>
            <p:nvPr/>
          </p:nvSpPr>
          <p:spPr bwMode="auto">
            <a:xfrm>
              <a:off x="1407570" y="3005826"/>
              <a:ext cx="109008" cy="120009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稻壳儿春秋广告/盗版必究        原创来源：http://chn.docer.com/works?userid=199329941#!/work_time"/>
            <p:cNvSpPr/>
            <p:nvPr/>
          </p:nvSpPr>
          <p:spPr bwMode="auto">
            <a:xfrm>
              <a:off x="2020617" y="3007826"/>
              <a:ext cx="105008" cy="118009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稻壳儿春秋广告/盗版必究        原创来源：http://chn.docer.com/works?userid=199329941#!/work_time"/>
            <p:cNvSpPr/>
            <p:nvPr/>
          </p:nvSpPr>
          <p:spPr bwMode="auto">
            <a:xfrm>
              <a:off x="1739595" y="3106833"/>
              <a:ext cx="54004" cy="128010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稻壳儿春秋广告/盗版必究        原创来源：http://chn.docer.com/works?userid=199329941#!/work_time"/>
            <p:cNvSpPr/>
            <p:nvPr/>
          </p:nvSpPr>
          <p:spPr bwMode="auto">
            <a:xfrm>
              <a:off x="1415571" y="2288772"/>
              <a:ext cx="702052" cy="755057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65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1755222" y="1559117"/>
              <a:ext cx="22750" cy="4794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0281886" y="0"/>
            <a:ext cx="496626" cy="656655"/>
            <a:chOff x="9591675" y="211424"/>
            <a:chExt cx="496626" cy="656655"/>
          </a:xfrm>
        </p:grpSpPr>
        <p:grpSp>
          <p:nvGrpSpPr>
            <p:cNvPr id="4" name="组合 3"/>
            <p:cNvGrpSpPr/>
            <p:nvPr/>
          </p:nvGrpSpPr>
          <p:grpSpPr>
            <a:xfrm>
              <a:off x="9591675" y="319563"/>
              <a:ext cx="496626" cy="548516"/>
              <a:chOff x="9443156" y="340120"/>
              <a:chExt cx="793664" cy="876590"/>
            </a:xfrm>
          </p:grpSpPr>
          <p:sp>
            <p:nvSpPr>
              <p:cNvPr id="67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736514" y="340120"/>
                <a:ext cx="216388" cy="178776"/>
              </a:xfrm>
              <a:custGeom>
                <a:avLst/>
                <a:gdLst>
                  <a:gd name="connsiteX0" fmla="*/ 29984 w 473075"/>
                  <a:gd name="connsiteY0" fmla="*/ 320996 h 390846"/>
                  <a:gd name="connsiteX1" fmla="*/ 443092 w 473075"/>
                  <a:gd name="connsiteY1" fmla="*/ 320996 h 390846"/>
                  <a:gd name="connsiteX2" fmla="*/ 473075 w 473075"/>
                  <a:gd name="connsiteY2" fmla="*/ 357584 h 390846"/>
                  <a:gd name="connsiteX3" fmla="*/ 443092 w 473075"/>
                  <a:gd name="connsiteY3" fmla="*/ 390846 h 390846"/>
                  <a:gd name="connsiteX4" fmla="*/ 29984 w 473075"/>
                  <a:gd name="connsiteY4" fmla="*/ 390846 h 390846"/>
                  <a:gd name="connsiteX5" fmla="*/ 0 w 473075"/>
                  <a:gd name="connsiteY5" fmla="*/ 357584 h 390846"/>
                  <a:gd name="connsiteX6" fmla="*/ 29984 w 473075"/>
                  <a:gd name="connsiteY6" fmla="*/ 320996 h 390846"/>
                  <a:gd name="connsiteX7" fmla="*/ 29984 w 473075"/>
                  <a:gd name="connsiteY7" fmla="*/ 227334 h 390846"/>
                  <a:gd name="connsiteX8" fmla="*/ 443092 w 473075"/>
                  <a:gd name="connsiteY8" fmla="*/ 227334 h 390846"/>
                  <a:gd name="connsiteX9" fmla="*/ 473075 w 473075"/>
                  <a:gd name="connsiteY9" fmla="*/ 260671 h 390846"/>
                  <a:gd name="connsiteX10" fmla="*/ 443092 w 473075"/>
                  <a:gd name="connsiteY10" fmla="*/ 294009 h 390846"/>
                  <a:gd name="connsiteX11" fmla="*/ 29984 w 473075"/>
                  <a:gd name="connsiteY11" fmla="*/ 294009 h 390846"/>
                  <a:gd name="connsiteX12" fmla="*/ 0 w 473075"/>
                  <a:gd name="connsiteY12" fmla="*/ 260671 h 390846"/>
                  <a:gd name="connsiteX13" fmla="*/ 29984 w 473075"/>
                  <a:gd name="connsiteY13" fmla="*/ 227334 h 390846"/>
                  <a:gd name="connsiteX14" fmla="*/ 242865 w 473075"/>
                  <a:gd name="connsiteY14" fmla="*/ 359 h 390846"/>
                  <a:gd name="connsiteX15" fmla="*/ 319932 w 473075"/>
                  <a:gd name="connsiteY15" fmla="*/ 7427 h 390846"/>
                  <a:gd name="connsiteX16" fmla="*/ 353258 w 473075"/>
                  <a:gd name="connsiteY16" fmla="*/ 40689 h 390846"/>
                  <a:gd name="connsiteX17" fmla="*/ 396583 w 473075"/>
                  <a:gd name="connsiteY17" fmla="*/ 130496 h 390846"/>
                  <a:gd name="connsiteX18" fmla="*/ 443239 w 473075"/>
                  <a:gd name="connsiteY18" fmla="*/ 130496 h 390846"/>
                  <a:gd name="connsiteX19" fmla="*/ 469900 w 473075"/>
                  <a:gd name="connsiteY19" fmla="*/ 163758 h 390846"/>
                  <a:gd name="connsiteX20" fmla="*/ 443239 w 473075"/>
                  <a:gd name="connsiteY20" fmla="*/ 200346 h 390846"/>
                  <a:gd name="connsiteX21" fmla="*/ 29994 w 473075"/>
                  <a:gd name="connsiteY21" fmla="*/ 200346 h 390846"/>
                  <a:gd name="connsiteX22" fmla="*/ 0 w 473075"/>
                  <a:gd name="connsiteY22" fmla="*/ 167084 h 390846"/>
                  <a:gd name="connsiteX23" fmla="*/ 29994 w 473075"/>
                  <a:gd name="connsiteY23" fmla="*/ 130496 h 390846"/>
                  <a:gd name="connsiteX24" fmla="*/ 63320 w 473075"/>
                  <a:gd name="connsiteY24" fmla="*/ 130496 h 390846"/>
                  <a:gd name="connsiteX25" fmla="*/ 109977 w 473075"/>
                  <a:gd name="connsiteY25" fmla="*/ 44015 h 390846"/>
                  <a:gd name="connsiteX26" fmla="*/ 143303 w 473075"/>
                  <a:gd name="connsiteY26" fmla="*/ 10753 h 390846"/>
                  <a:gd name="connsiteX27" fmla="*/ 242865 w 473075"/>
                  <a:gd name="connsiteY27" fmla="*/ 359 h 390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3075" h="390846">
                    <a:moveTo>
                      <a:pt x="29984" y="320996"/>
                    </a:moveTo>
                    <a:cubicBezTo>
                      <a:pt x="29984" y="320996"/>
                      <a:pt x="29984" y="320996"/>
                      <a:pt x="443092" y="320996"/>
                    </a:cubicBezTo>
                    <a:cubicBezTo>
                      <a:pt x="459749" y="320996"/>
                      <a:pt x="473075" y="337627"/>
                      <a:pt x="473075" y="357584"/>
                    </a:cubicBezTo>
                    <a:cubicBezTo>
                      <a:pt x="473075" y="374215"/>
                      <a:pt x="459749" y="390846"/>
                      <a:pt x="443092" y="390846"/>
                    </a:cubicBezTo>
                    <a:cubicBezTo>
                      <a:pt x="443092" y="390846"/>
                      <a:pt x="443092" y="390846"/>
                      <a:pt x="29984" y="390846"/>
                    </a:cubicBezTo>
                    <a:cubicBezTo>
                      <a:pt x="13326" y="390846"/>
                      <a:pt x="0" y="374215"/>
                      <a:pt x="0" y="357584"/>
                    </a:cubicBezTo>
                    <a:cubicBezTo>
                      <a:pt x="0" y="337627"/>
                      <a:pt x="13326" y="320996"/>
                      <a:pt x="29984" y="320996"/>
                    </a:cubicBezTo>
                    <a:close/>
                    <a:moveTo>
                      <a:pt x="29984" y="227334"/>
                    </a:moveTo>
                    <a:cubicBezTo>
                      <a:pt x="29984" y="227334"/>
                      <a:pt x="29984" y="227334"/>
                      <a:pt x="443092" y="227334"/>
                    </a:cubicBezTo>
                    <a:cubicBezTo>
                      <a:pt x="459749" y="227334"/>
                      <a:pt x="469744" y="240669"/>
                      <a:pt x="473075" y="260671"/>
                    </a:cubicBezTo>
                    <a:cubicBezTo>
                      <a:pt x="473075" y="280674"/>
                      <a:pt x="459749" y="294009"/>
                      <a:pt x="443092" y="294009"/>
                    </a:cubicBezTo>
                    <a:cubicBezTo>
                      <a:pt x="443092" y="294009"/>
                      <a:pt x="443092" y="294009"/>
                      <a:pt x="29984" y="294009"/>
                    </a:cubicBezTo>
                    <a:cubicBezTo>
                      <a:pt x="13326" y="294009"/>
                      <a:pt x="0" y="280674"/>
                      <a:pt x="0" y="260671"/>
                    </a:cubicBezTo>
                    <a:cubicBezTo>
                      <a:pt x="0" y="244003"/>
                      <a:pt x="13326" y="227334"/>
                      <a:pt x="29984" y="227334"/>
                    </a:cubicBezTo>
                    <a:close/>
                    <a:moveTo>
                      <a:pt x="242865" y="359"/>
                    </a:moveTo>
                    <a:cubicBezTo>
                      <a:pt x="280774" y="1606"/>
                      <a:pt x="314933" y="5764"/>
                      <a:pt x="319932" y="7427"/>
                    </a:cubicBezTo>
                    <a:cubicBezTo>
                      <a:pt x="329930" y="10753"/>
                      <a:pt x="353258" y="40689"/>
                      <a:pt x="353258" y="40689"/>
                    </a:cubicBezTo>
                    <a:cubicBezTo>
                      <a:pt x="353258" y="40689"/>
                      <a:pt x="353258" y="40689"/>
                      <a:pt x="396583" y="130496"/>
                    </a:cubicBezTo>
                    <a:cubicBezTo>
                      <a:pt x="396583" y="130496"/>
                      <a:pt x="396583" y="130496"/>
                      <a:pt x="443239" y="130496"/>
                    </a:cubicBezTo>
                    <a:cubicBezTo>
                      <a:pt x="456570" y="130496"/>
                      <a:pt x="469900" y="147127"/>
                      <a:pt x="469900" y="163758"/>
                    </a:cubicBezTo>
                    <a:cubicBezTo>
                      <a:pt x="469900" y="183715"/>
                      <a:pt x="456570" y="200346"/>
                      <a:pt x="443239" y="200346"/>
                    </a:cubicBezTo>
                    <a:cubicBezTo>
                      <a:pt x="443239" y="200346"/>
                      <a:pt x="443239" y="200346"/>
                      <a:pt x="29994" y="200346"/>
                    </a:cubicBezTo>
                    <a:cubicBezTo>
                      <a:pt x="13331" y="200346"/>
                      <a:pt x="0" y="183715"/>
                      <a:pt x="0" y="167084"/>
                    </a:cubicBezTo>
                    <a:cubicBezTo>
                      <a:pt x="0" y="147127"/>
                      <a:pt x="13331" y="130496"/>
                      <a:pt x="29994" y="130496"/>
                    </a:cubicBezTo>
                    <a:cubicBezTo>
                      <a:pt x="29994" y="130496"/>
                      <a:pt x="29994" y="130496"/>
                      <a:pt x="63320" y="130496"/>
                    </a:cubicBezTo>
                    <a:cubicBezTo>
                      <a:pt x="73318" y="110539"/>
                      <a:pt x="96646" y="67298"/>
                      <a:pt x="109977" y="44015"/>
                    </a:cubicBezTo>
                    <a:cubicBezTo>
                      <a:pt x="123307" y="14079"/>
                      <a:pt x="143303" y="10753"/>
                      <a:pt x="143303" y="10753"/>
                    </a:cubicBezTo>
                    <a:cubicBezTo>
                      <a:pt x="163299" y="775"/>
                      <a:pt x="204957" y="-889"/>
                      <a:pt x="242865" y="359"/>
                    </a:cubicBezTo>
                    <a:close/>
                  </a:path>
                </a:pathLst>
              </a:custGeom>
              <a:solidFill>
                <a:srgbClr val="F7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68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484546" y="628542"/>
                <a:ext cx="90040" cy="68257"/>
              </a:xfrm>
              <a:custGeom>
                <a:avLst/>
                <a:gdLst>
                  <a:gd name="T0" fmla="*/ 7 w 59"/>
                  <a:gd name="T1" fmla="*/ 26 h 45"/>
                  <a:gd name="T2" fmla="*/ 38 w 59"/>
                  <a:gd name="T3" fmla="*/ 42 h 45"/>
                  <a:gd name="T4" fmla="*/ 56 w 59"/>
                  <a:gd name="T5" fmla="*/ 37 h 45"/>
                  <a:gd name="T6" fmla="*/ 56 w 59"/>
                  <a:gd name="T7" fmla="*/ 37 h 45"/>
                  <a:gd name="T8" fmla="*/ 51 w 59"/>
                  <a:gd name="T9" fmla="*/ 19 h 45"/>
                  <a:gd name="T10" fmla="*/ 20 w 59"/>
                  <a:gd name="T11" fmla="*/ 3 h 45"/>
                  <a:gd name="T12" fmla="*/ 2 w 59"/>
                  <a:gd name="T13" fmla="*/ 8 h 45"/>
                  <a:gd name="T14" fmla="*/ 0 w 59"/>
                  <a:gd name="T15" fmla="*/ 15 h 45"/>
                  <a:gd name="T16" fmla="*/ 7 w 59"/>
                  <a:gd name="T17" fmla="*/ 2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5">
                    <a:moveTo>
                      <a:pt x="7" y="26"/>
                    </a:moveTo>
                    <a:cubicBezTo>
                      <a:pt x="17" y="31"/>
                      <a:pt x="28" y="36"/>
                      <a:pt x="38" y="42"/>
                    </a:cubicBezTo>
                    <a:cubicBezTo>
                      <a:pt x="44" y="45"/>
                      <a:pt x="53" y="43"/>
                      <a:pt x="56" y="37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9" y="30"/>
                      <a:pt x="58" y="22"/>
                      <a:pt x="51" y="19"/>
                    </a:cubicBezTo>
                    <a:cubicBezTo>
                      <a:pt x="41" y="13"/>
                      <a:pt x="30" y="8"/>
                      <a:pt x="20" y="3"/>
                    </a:cubicBezTo>
                    <a:cubicBezTo>
                      <a:pt x="14" y="0"/>
                      <a:pt x="5" y="2"/>
                      <a:pt x="2" y="8"/>
                    </a:cubicBezTo>
                    <a:cubicBezTo>
                      <a:pt x="1" y="10"/>
                      <a:pt x="0" y="13"/>
                      <a:pt x="0" y="15"/>
                    </a:cubicBezTo>
                    <a:cubicBezTo>
                      <a:pt x="1" y="20"/>
                      <a:pt x="3" y="24"/>
                      <a:pt x="7" y="26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114829" y="627089"/>
                <a:ext cx="90040" cy="68257"/>
              </a:xfrm>
              <a:custGeom>
                <a:avLst/>
                <a:gdLst>
                  <a:gd name="T0" fmla="*/ 3 w 59"/>
                  <a:gd name="T1" fmla="*/ 38 h 45"/>
                  <a:gd name="T2" fmla="*/ 21 w 59"/>
                  <a:gd name="T3" fmla="*/ 42 h 45"/>
                  <a:gd name="T4" fmla="*/ 52 w 59"/>
                  <a:gd name="T5" fmla="*/ 26 h 45"/>
                  <a:gd name="T6" fmla="*/ 59 w 59"/>
                  <a:gd name="T7" fmla="*/ 16 h 45"/>
                  <a:gd name="T8" fmla="*/ 57 w 59"/>
                  <a:gd name="T9" fmla="*/ 8 h 45"/>
                  <a:gd name="T10" fmla="*/ 39 w 59"/>
                  <a:gd name="T11" fmla="*/ 4 h 45"/>
                  <a:gd name="T12" fmla="*/ 8 w 59"/>
                  <a:gd name="T13" fmla="*/ 19 h 45"/>
                  <a:gd name="T14" fmla="*/ 3 w 59"/>
                  <a:gd name="T15" fmla="*/ 37 h 45"/>
                  <a:gd name="T16" fmla="*/ 3 w 59"/>
                  <a:gd name="T17" fmla="*/ 3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5">
                    <a:moveTo>
                      <a:pt x="3" y="38"/>
                    </a:moveTo>
                    <a:cubicBezTo>
                      <a:pt x="6" y="44"/>
                      <a:pt x="15" y="45"/>
                      <a:pt x="21" y="42"/>
                    </a:cubicBezTo>
                    <a:cubicBezTo>
                      <a:pt x="31" y="37"/>
                      <a:pt x="42" y="32"/>
                      <a:pt x="52" y="26"/>
                    </a:cubicBezTo>
                    <a:cubicBezTo>
                      <a:pt x="56" y="24"/>
                      <a:pt x="58" y="20"/>
                      <a:pt x="59" y="16"/>
                    </a:cubicBezTo>
                    <a:cubicBezTo>
                      <a:pt x="59" y="13"/>
                      <a:pt x="58" y="11"/>
                      <a:pt x="57" y="8"/>
                    </a:cubicBezTo>
                    <a:cubicBezTo>
                      <a:pt x="54" y="2"/>
                      <a:pt x="45" y="0"/>
                      <a:pt x="39" y="4"/>
                    </a:cubicBezTo>
                    <a:cubicBezTo>
                      <a:pt x="28" y="9"/>
                      <a:pt x="18" y="14"/>
                      <a:pt x="8" y="19"/>
                    </a:cubicBezTo>
                    <a:cubicBezTo>
                      <a:pt x="1" y="23"/>
                      <a:pt x="0" y="31"/>
                      <a:pt x="3" y="37"/>
                    </a:cubicBezTo>
                    <a:cubicBezTo>
                      <a:pt x="3" y="37"/>
                      <a:pt x="3" y="37"/>
                      <a:pt x="3" y="38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443156" y="869618"/>
                <a:ext cx="103837" cy="54460"/>
              </a:xfrm>
              <a:custGeom>
                <a:avLst/>
                <a:gdLst>
                  <a:gd name="T0" fmla="*/ 24 w 68"/>
                  <a:gd name="T1" fmla="*/ 33 h 36"/>
                  <a:gd name="T2" fmla="*/ 58 w 68"/>
                  <a:gd name="T3" fmla="*/ 26 h 36"/>
                  <a:gd name="T4" fmla="*/ 65 w 68"/>
                  <a:gd name="T5" fmla="*/ 21 h 36"/>
                  <a:gd name="T6" fmla="*/ 67 w 68"/>
                  <a:gd name="T7" fmla="*/ 17 h 36"/>
                  <a:gd name="T8" fmla="*/ 67 w 68"/>
                  <a:gd name="T9" fmla="*/ 10 h 36"/>
                  <a:gd name="T10" fmla="*/ 67 w 68"/>
                  <a:gd name="T11" fmla="*/ 9 h 36"/>
                  <a:gd name="T12" fmla="*/ 56 w 68"/>
                  <a:gd name="T13" fmla="*/ 0 h 36"/>
                  <a:gd name="T14" fmla="*/ 51 w 68"/>
                  <a:gd name="T15" fmla="*/ 0 h 36"/>
                  <a:gd name="T16" fmla="*/ 17 w 68"/>
                  <a:gd name="T17" fmla="*/ 8 h 36"/>
                  <a:gd name="T18" fmla="*/ 24 w 68"/>
                  <a:gd name="T19" fmla="*/ 3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36">
                    <a:moveTo>
                      <a:pt x="24" y="33"/>
                    </a:moveTo>
                    <a:cubicBezTo>
                      <a:pt x="35" y="31"/>
                      <a:pt x="47" y="28"/>
                      <a:pt x="58" y="26"/>
                    </a:cubicBezTo>
                    <a:cubicBezTo>
                      <a:pt x="61" y="25"/>
                      <a:pt x="64" y="23"/>
                      <a:pt x="65" y="21"/>
                    </a:cubicBezTo>
                    <a:cubicBezTo>
                      <a:pt x="66" y="19"/>
                      <a:pt x="67" y="18"/>
                      <a:pt x="67" y="17"/>
                    </a:cubicBezTo>
                    <a:cubicBezTo>
                      <a:pt x="68" y="14"/>
                      <a:pt x="68" y="12"/>
                      <a:pt x="67" y="10"/>
                    </a:cubicBezTo>
                    <a:cubicBezTo>
                      <a:pt x="67" y="10"/>
                      <a:pt x="67" y="9"/>
                      <a:pt x="67" y="9"/>
                    </a:cubicBezTo>
                    <a:cubicBezTo>
                      <a:pt x="66" y="3"/>
                      <a:pt x="61" y="0"/>
                      <a:pt x="56" y="0"/>
                    </a:cubicBezTo>
                    <a:cubicBezTo>
                      <a:pt x="55" y="0"/>
                      <a:pt x="53" y="0"/>
                      <a:pt x="51" y="0"/>
                    </a:cubicBezTo>
                    <a:cubicBezTo>
                      <a:pt x="40" y="3"/>
                      <a:pt x="28" y="5"/>
                      <a:pt x="17" y="8"/>
                    </a:cubicBezTo>
                    <a:cubicBezTo>
                      <a:pt x="0" y="11"/>
                      <a:pt x="7" y="36"/>
                      <a:pt x="24" y="33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142422" y="865988"/>
                <a:ext cx="94398" cy="55186"/>
              </a:xfrm>
              <a:custGeom>
                <a:avLst/>
                <a:gdLst>
                  <a:gd name="T0" fmla="*/ 1 w 62"/>
                  <a:gd name="T1" fmla="*/ 13 h 36"/>
                  <a:gd name="T2" fmla="*/ 10 w 62"/>
                  <a:gd name="T3" fmla="*/ 27 h 36"/>
                  <a:gd name="T4" fmla="*/ 44 w 62"/>
                  <a:gd name="T5" fmla="*/ 35 h 36"/>
                  <a:gd name="T6" fmla="*/ 60 w 62"/>
                  <a:gd name="T7" fmla="*/ 26 h 36"/>
                  <a:gd name="T8" fmla="*/ 61 w 62"/>
                  <a:gd name="T9" fmla="*/ 25 h 36"/>
                  <a:gd name="T10" fmla="*/ 51 w 62"/>
                  <a:gd name="T11" fmla="*/ 9 h 36"/>
                  <a:gd name="T12" fmla="*/ 17 w 62"/>
                  <a:gd name="T13" fmla="*/ 2 h 36"/>
                  <a:gd name="T14" fmla="*/ 1 w 62"/>
                  <a:gd name="T15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36">
                    <a:moveTo>
                      <a:pt x="1" y="13"/>
                    </a:moveTo>
                    <a:cubicBezTo>
                      <a:pt x="0" y="19"/>
                      <a:pt x="2" y="26"/>
                      <a:pt x="10" y="27"/>
                    </a:cubicBezTo>
                    <a:cubicBezTo>
                      <a:pt x="22" y="30"/>
                      <a:pt x="33" y="32"/>
                      <a:pt x="44" y="35"/>
                    </a:cubicBezTo>
                    <a:cubicBezTo>
                      <a:pt x="51" y="36"/>
                      <a:pt x="59" y="33"/>
                      <a:pt x="60" y="26"/>
                    </a:cubicBezTo>
                    <a:cubicBezTo>
                      <a:pt x="60" y="25"/>
                      <a:pt x="60" y="25"/>
                      <a:pt x="61" y="25"/>
                    </a:cubicBezTo>
                    <a:cubicBezTo>
                      <a:pt x="62" y="19"/>
                      <a:pt x="59" y="11"/>
                      <a:pt x="51" y="9"/>
                    </a:cubicBezTo>
                    <a:cubicBezTo>
                      <a:pt x="40" y="7"/>
                      <a:pt x="29" y="4"/>
                      <a:pt x="17" y="2"/>
                    </a:cubicBezTo>
                    <a:cubicBezTo>
                      <a:pt x="8" y="0"/>
                      <a:pt x="2" y="6"/>
                      <a:pt x="1" y="13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584026" y="1050425"/>
                <a:ext cx="79148" cy="87136"/>
              </a:xfrm>
              <a:custGeom>
                <a:avLst/>
                <a:gdLst>
                  <a:gd name="T0" fmla="*/ 6 w 52"/>
                  <a:gd name="T1" fmla="*/ 51 h 57"/>
                  <a:gd name="T2" fmla="*/ 6 w 52"/>
                  <a:gd name="T3" fmla="*/ 51 h 57"/>
                  <a:gd name="T4" fmla="*/ 25 w 52"/>
                  <a:gd name="T5" fmla="*/ 51 h 57"/>
                  <a:gd name="T6" fmla="*/ 47 w 52"/>
                  <a:gd name="T7" fmla="*/ 24 h 57"/>
                  <a:gd name="T8" fmla="*/ 47 w 52"/>
                  <a:gd name="T9" fmla="*/ 5 h 57"/>
                  <a:gd name="T10" fmla="*/ 46 w 52"/>
                  <a:gd name="T11" fmla="*/ 4 h 57"/>
                  <a:gd name="T12" fmla="*/ 28 w 52"/>
                  <a:gd name="T13" fmla="*/ 5 h 57"/>
                  <a:gd name="T14" fmla="*/ 6 w 52"/>
                  <a:gd name="T15" fmla="*/ 32 h 57"/>
                  <a:gd name="T16" fmla="*/ 6 w 52"/>
                  <a:gd name="T17" fmla="*/ 5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" h="57">
                    <a:moveTo>
                      <a:pt x="6" y="51"/>
                    </a:moveTo>
                    <a:cubicBezTo>
                      <a:pt x="6" y="51"/>
                      <a:pt x="6" y="51"/>
                      <a:pt x="6" y="51"/>
                    </a:cubicBezTo>
                    <a:cubicBezTo>
                      <a:pt x="12" y="55"/>
                      <a:pt x="20" y="57"/>
                      <a:pt x="25" y="51"/>
                    </a:cubicBezTo>
                    <a:cubicBezTo>
                      <a:pt x="32" y="42"/>
                      <a:pt x="40" y="33"/>
                      <a:pt x="47" y="24"/>
                    </a:cubicBezTo>
                    <a:cubicBezTo>
                      <a:pt x="51" y="18"/>
                      <a:pt x="52" y="10"/>
                      <a:pt x="47" y="5"/>
                    </a:cubicBezTo>
                    <a:cubicBezTo>
                      <a:pt x="46" y="5"/>
                      <a:pt x="46" y="4"/>
                      <a:pt x="46" y="4"/>
                    </a:cubicBezTo>
                    <a:cubicBezTo>
                      <a:pt x="41" y="0"/>
                      <a:pt x="32" y="0"/>
                      <a:pt x="28" y="5"/>
                    </a:cubicBezTo>
                    <a:cubicBezTo>
                      <a:pt x="21" y="14"/>
                      <a:pt x="13" y="23"/>
                      <a:pt x="6" y="32"/>
                    </a:cubicBezTo>
                    <a:cubicBezTo>
                      <a:pt x="2" y="37"/>
                      <a:pt x="0" y="46"/>
                      <a:pt x="6" y="51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029146" y="1051878"/>
                <a:ext cx="76244" cy="85684"/>
              </a:xfrm>
              <a:custGeom>
                <a:avLst/>
                <a:gdLst>
                  <a:gd name="T0" fmla="*/ 4 w 50"/>
                  <a:gd name="T1" fmla="*/ 22 h 56"/>
                  <a:gd name="T2" fmla="*/ 26 w 50"/>
                  <a:gd name="T3" fmla="*/ 50 h 56"/>
                  <a:gd name="T4" fmla="*/ 44 w 50"/>
                  <a:gd name="T5" fmla="*/ 50 h 56"/>
                  <a:gd name="T6" fmla="*/ 44 w 50"/>
                  <a:gd name="T7" fmla="*/ 49 h 56"/>
                  <a:gd name="T8" fmla="*/ 44 w 50"/>
                  <a:gd name="T9" fmla="*/ 31 h 56"/>
                  <a:gd name="T10" fmla="*/ 22 w 50"/>
                  <a:gd name="T11" fmla="*/ 4 h 56"/>
                  <a:gd name="T12" fmla="*/ 12 w 50"/>
                  <a:gd name="T13" fmla="*/ 0 h 56"/>
                  <a:gd name="T14" fmla="*/ 4 w 50"/>
                  <a:gd name="T15" fmla="*/ 4 h 56"/>
                  <a:gd name="T16" fmla="*/ 0 w 50"/>
                  <a:gd name="T17" fmla="*/ 11 h 56"/>
                  <a:gd name="T18" fmla="*/ 4 w 50"/>
                  <a:gd name="T19" fmla="*/ 2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" h="56">
                    <a:moveTo>
                      <a:pt x="4" y="22"/>
                    </a:moveTo>
                    <a:cubicBezTo>
                      <a:pt x="11" y="32"/>
                      <a:pt x="18" y="41"/>
                      <a:pt x="26" y="50"/>
                    </a:cubicBezTo>
                    <a:cubicBezTo>
                      <a:pt x="30" y="56"/>
                      <a:pt x="39" y="54"/>
                      <a:pt x="44" y="50"/>
                    </a:cubicBezTo>
                    <a:cubicBezTo>
                      <a:pt x="44" y="50"/>
                      <a:pt x="44" y="49"/>
                      <a:pt x="44" y="49"/>
                    </a:cubicBezTo>
                    <a:cubicBezTo>
                      <a:pt x="50" y="45"/>
                      <a:pt x="48" y="36"/>
                      <a:pt x="44" y="31"/>
                    </a:cubicBezTo>
                    <a:cubicBezTo>
                      <a:pt x="37" y="22"/>
                      <a:pt x="30" y="13"/>
                      <a:pt x="22" y="4"/>
                    </a:cubicBezTo>
                    <a:cubicBezTo>
                      <a:pt x="20" y="1"/>
                      <a:pt x="16" y="0"/>
                      <a:pt x="12" y="0"/>
                    </a:cubicBezTo>
                    <a:cubicBezTo>
                      <a:pt x="9" y="0"/>
                      <a:pt x="6" y="2"/>
                      <a:pt x="4" y="4"/>
                    </a:cubicBezTo>
                    <a:cubicBezTo>
                      <a:pt x="1" y="6"/>
                      <a:pt x="0" y="9"/>
                      <a:pt x="0" y="11"/>
                    </a:cubicBezTo>
                    <a:cubicBezTo>
                      <a:pt x="0" y="15"/>
                      <a:pt x="1" y="19"/>
                      <a:pt x="4" y="22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825102" y="1123765"/>
                <a:ext cx="39211" cy="92945"/>
              </a:xfrm>
              <a:custGeom>
                <a:avLst/>
                <a:gdLst>
                  <a:gd name="T0" fmla="*/ 13 w 26"/>
                  <a:gd name="T1" fmla="*/ 61 h 61"/>
                  <a:gd name="T2" fmla="*/ 13 w 26"/>
                  <a:gd name="T3" fmla="*/ 61 h 61"/>
                  <a:gd name="T4" fmla="*/ 26 w 26"/>
                  <a:gd name="T5" fmla="*/ 48 h 61"/>
                  <a:gd name="T6" fmla="*/ 26 w 26"/>
                  <a:gd name="T7" fmla="*/ 13 h 61"/>
                  <a:gd name="T8" fmla="*/ 13 w 26"/>
                  <a:gd name="T9" fmla="*/ 0 h 61"/>
                  <a:gd name="T10" fmla="*/ 13 w 26"/>
                  <a:gd name="T11" fmla="*/ 0 h 61"/>
                  <a:gd name="T12" fmla="*/ 4 w 26"/>
                  <a:gd name="T13" fmla="*/ 3 h 61"/>
                  <a:gd name="T14" fmla="*/ 0 w 26"/>
                  <a:gd name="T15" fmla="*/ 13 h 61"/>
                  <a:gd name="T16" fmla="*/ 0 w 26"/>
                  <a:gd name="T17" fmla="*/ 48 h 61"/>
                  <a:gd name="T18" fmla="*/ 13 w 26"/>
                  <a:gd name="T19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" h="61">
                    <a:moveTo>
                      <a:pt x="13" y="61"/>
                    </a:moveTo>
                    <a:cubicBezTo>
                      <a:pt x="13" y="61"/>
                      <a:pt x="13" y="61"/>
                      <a:pt x="13" y="61"/>
                    </a:cubicBezTo>
                    <a:cubicBezTo>
                      <a:pt x="20" y="61"/>
                      <a:pt x="26" y="56"/>
                      <a:pt x="26" y="48"/>
                    </a:cubicBezTo>
                    <a:cubicBezTo>
                      <a:pt x="26" y="37"/>
                      <a:pt x="26" y="25"/>
                      <a:pt x="26" y="13"/>
                    </a:cubicBezTo>
                    <a:cubicBezTo>
                      <a:pt x="26" y="6"/>
                      <a:pt x="21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9" y="0"/>
                      <a:pt x="7" y="2"/>
                      <a:pt x="4" y="3"/>
                    </a:cubicBezTo>
                    <a:cubicBezTo>
                      <a:pt x="2" y="6"/>
                      <a:pt x="0" y="9"/>
                      <a:pt x="0" y="13"/>
                    </a:cubicBezTo>
                    <a:cubicBezTo>
                      <a:pt x="0" y="25"/>
                      <a:pt x="0" y="37"/>
                      <a:pt x="0" y="48"/>
                    </a:cubicBezTo>
                    <a:cubicBezTo>
                      <a:pt x="0" y="55"/>
                      <a:pt x="6" y="61"/>
                      <a:pt x="13" y="61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589835" y="529787"/>
                <a:ext cx="509745" cy="548231"/>
              </a:xfrm>
              <a:custGeom>
                <a:avLst/>
                <a:gdLst>
                  <a:gd name="connsiteX0" fmla="*/ 623744 w 1114425"/>
                  <a:gd name="connsiteY0" fmla="*/ 549275 h 1198563"/>
                  <a:gd name="connsiteX1" fmla="*/ 620425 w 1114425"/>
                  <a:gd name="connsiteY1" fmla="*/ 595948 h 1198563"/>
                  <a:gd name="connsiteX2" fmla="*/ 600508 w 1114425"/>
                  <a:gd name="connsiteY2" fmla="*/ 612616 h 1198563"/>
                  <a:gd name="connsiteX3" fmla="*/ 593870 w 1114425"/>
                  <a:gd name="connsiteY3" fmla="*/ 615950 h 1198563"/>
                  <a:gd name="connsiteX4" fmla="*/ 590550 w 1114425"/>
                  <a:gd name="connsiteY4" fmla="*/ 612616 h 1198563"/>
                  <a:gd name="connsiteX5" fmla="*/ 593870 w 1114425"/>
                  <a:gd name="connsiteY5" fmla="*/ 592614 h 1198563"/>
                  <a:gd name="connsiteX6" fmla="*/ 620425 w 1114425"/>
                  <a:gd name="connsiteY6" fmla="*/ 552609 h 1198563"/>
                  <a:gd name="connsiteX7" fmla="*/ 623744 w 1114425"/>
                  <a:gd name="connsiteY7" fmla="*/ 549275 h 1198563"/>
                  <a:gd name="connsiteX8" fmla="*/ 444357 w 1114425"/>
                  <a:gd name="connsiteY8" fmla="*/ 546100 h 1198563"/>
                  <a:gd name="connsiteX9" fmla="*/ 441038 w 1114425"/>
                  <a:gd name="connsiteY9" fmla="*/ 582117 h 1198563"/>
                  <a:gd name="connsiteX10" fmla="*/ 421121 w 1114425"/>
                  <a:gd name="connsiteY10" fmla="*/ 598488 h 1198563"/>
                  <a:gd name="connsiteX11" fmla="*/ 414483 w 1114425"/>
                  <a:gd name="connsiteY11" fmla="*/ 591940 h 1198563"/>
                  <a:gd name="connsiteX12" fmla="*/ 417802 w 1114425"/>
                  <a:gd name="connsiteY12" fmla="*/ 575568 h 1198563"/>
                  <a:gd name="connsiteX13" fmla="*/ 444357 w 1114425"/>
                  <a:gd name="connsiteY13" fmla="*/ 546100 h 1198563"/>
                  <a:gd name="connsiteX14" fmla="*/ 781050 w 1114425"/>
                  <a:gd name="connsiteY14" fmla="*/ 431800 h 1198563"/>
                  <a:gd name="connsiteX15" fmla="*/ 784324 w 1114425"/>
                  <a:gd name="connsiteY15" fmla="*/ 431800 h 1198563"/>
                  <a:gd name="connsiteX16" fmla="*/ 826890 w 1114425"/>
                  <a:gd name="connsiteY16" fmla="*/ 455507 h 1198563"/>
                  <a:gd name="connsiteX17" fmla="*/ 833438 w 1114425"/>
                  <a:gd name="connsiteY17" fmla="*/ 475827 h 1198563"/>
                  <a:gd name="connsiteX18" fmla="*/ 820341 w 1114425"/>
                  <a:gd name="connsiteY18" fmla="*/ 482600 h 1198563"/>
                  <a:gd name="connsiteX19" fmla="*/ 817067 w 1114425"/>
                  <a:gd name="connsiteY19" fmla="*/ 482600 h 1198563"/>
                  <a:gd name="connsiteX20" fmla="*/ 790873 w 1114425"/>
                  <a:gd name="connsiteY20" fmla="*/ 452120 h 1198563"/>
                  <a:gd name="connsiteX21" fmla="*/ 781050 w 1114425"/>
                  <a:gd name="connsiteY21" fmla="*/ 431800 h 1198563"/>
                  <a:gd name="connsiteX22" fmla="*/ 320676 w 1114425"/>
                  <a:gd name="connsiteY22" fmla="*/ 415925 h 1198563"/>
                  <a:gd name="connsiteX23" fmla="*/ 300832 w 1114425"/>
                  <a:gd name="connsiteY23" fmla="*/ 452905 h 1198563"/>
                  <a:gd name="connsiteX24" fmla="*/ 287603 w 1114425"/>
                  <a:gd name="connsiteY24" fmla="*/ 473075 h 1198563"/>
                  <a:gd name="connsiteX25" fmla="*/ 280988 w 1114425"/>
                  <a:gd name="connsiteY25" fmla="*/ 456266 h 1198563"/>
                  <a:gd name="connsiteX26" fmla="*/ 287603 w 1114425"/>
                  <a:gd name="connsiteY26" fmla="*/ 429372 h 1198563"/>
                  <a:gd name="connsiteX27" fmla="*/ 320676 w 1114425"/>
                  <a:gd name="connsiteY27" fmla="*/ 415925 h 1198563"/>
                  <a:gd name="connsiteX28" fmla="*/ 514259 w 1114425"/>
                  <a:gd name="connsiteY28" fmla="*/ 0 h 1198563"/>
                  <a:gd name="connsiteX29" fmla="*/ 577484 w 1114425"/>
                  <a:gd name="connsiteY29" fmla="*/ 0 h 1198563"/>
                  <a:gd name="connsiteX30" fmla="*/ 723900 w 1114425"/>
                  <a:gd name="connsiteY30" fmla="*/ 408996 h 1198563"/>
                  <a:gd name="connsiteX31" fmla="*/ 620743 w 1114425"/>
                  <a:gd name="connsiteY31" fmla="*/ 492125 h 1198563"/>
                  <a:gd name="connsiteX32" fmla="*/ 557518 w 1114425"/>
                  <a:gd name="connsiteY32" fmla="*/ 475499 h 1198563"/>
                  <a:gd name="connsiteX33" fmla="*/ 467672 w 1114425"/>
                  <a:gd name="connsiteY33" fmla="*/ 485475 h 1198563"/>
                  <a:gd name="connsiteX34" fmla="*/ 377825 w 1114425"/>
                  <a:gd name="connsiteY34" fmla="*/ 385720 h 1198563"/>
                  <a:gd name="connsiteX35" fmla="*/ 514259 w 1114425"/>
                  <a:gd name="connsiteY35" fmla="*/ 0 h 1198563"/>
                  <a:gd name="connsiteX36" fmla="*/ 357017 w 1114425"/>
                  <a:gd name="connsiteY36" fmla="*/ 0 h 1198563"/>
                  <a:gd name="connsiteX37" fmla="*/ 473798 w 1114425"/>
                  <a:gd name="connsiteY37" fmla="*/ 0 h 1198563"/>
                  <a:gd name="connsiteX38" fmla="*/ 336997 w 1114425"/>
                  <a:gd name="connsiteY38" fmla="*/ 376216 h 1198563"/>
                  <a:gd name="connsiteX39" fmla="*/ 326987 w 1114425"/>
                  <a:gd name="connsiteY39" fmla="*/ 376216 h 1198563"/>
                  <a:gd name="connsiteX40" fmla="*/ 246909 w 1114425"/>
                  <a:gd name="connsiteY40" fmla="*/ 422827 h 1198563"/>
                  <a:gd name="connsiteX41" fmla="*/ 260255 w 1114425"/>
                  <a:gd name="connsiteY41" fmla="*/ 502731 h 1198563"/>
                  <a:gd name="connsiteX42" fmla="*/ 283611 w 1114425"/>
                  <a:gd name="connsiteY42" fmla="*/ 512719 h 1198563"/>
                  <a:gd name="connsiteX43" fmla="*/ 333660 w 1114425"/>
                  <a:gd name="connsiteY43" fmla="*/ 476096 h 1198563"/>
                  <a:gd name="connsiteX44" fmla="*/ 336997 w 1114425"/>
                  <a:gd name="connsiteY44" fmla="*/ 472767 h 1198563"/>
                  <a:gd name="connsiteX45" fmla="*/ 360353 w 1114425"/>
                  <a:gd name="connsiteY45" fmla="*/ 422827 h 1198563"/>
                  <a:gd name="connsiteX46" fmla="*/ 433758 w 1114425"/>
                  <a:gd name="connsiteY46" fmla="*/ 506060 h 1198563"/>
                  <a:gd name="connsiteX47" fmla="*/ 420412 w 1114425"/>
                  <a:gd name="connsiteY47" fmla="*/ 516048 h 1198563"/>
                  <a:gd name="connsiteX48" fmla="*/ 373700 w 1114425"/>
                  <a:gd name="connsiteY48" fmla="*/ 582635 h 1198563"/>
                  <a:gd name="connsiteX49" fmla="*/ 390383 w 1114425"/>
                  <a:gd name="connsiteY49" fmla="*/ 629246 h 1198563"/>
                  <a:gd name="connsiteX50" fmla="*/ 420412 w 1114425"/>
                  <a:gd name="connsiteY50" fmla="*/ 639234 h 1198563"/>
                  <a:gd name="connsiteX51" fmla="*/ 453778 w 1114425"/>
                  <a:gd name="connsiteY51" fmla="*/ 629246 h 1198563"/>
                  <a:gd name="connsiteX52" fmla="*/ 483807 w 1114425"/>
                  <a:gd name="connsiteY52" fmla="*/ 549342 h 1198563"/>
                  <a:gd name="connsiteX53" fmla="*/ 477134 w 1114425"/>
                  <a:gd name="connsiteY53" fmla="*/ 526036 h 1198563"/>
                  <a:gd name="connsiteX54" fmla="*/ 490481 w 1114425"/>
                  <a:gd name="connsiteY54" fmla="*/ 519377 h 1198563"/>
                  <a:gd name="connsiteX55" fmla="*/ 577232 w 1114425"/>
                  <a:gd name="connsiteY55" fmla="*/ 516048 h 1198563"/>
                  <a:gd name="connsiteX56" fmla="*/ 593915 w 1114425"/>
                  <a:gd name="connsiteY56" fmla="*/ 522707 h 1198563"/>
                  <a:gd name="connsiteX57" fmla="*/ 590579 w 1114425"/>
                  <a:gd name="connsiteY57" fmla="*/ 526036 h 1198563"/>
                  <a:gd name="connsiteX58" fmla="*/ 550540 w 1114425"/>
                  <a:gd name="connsiteY58" fmla="*/ 612599 h 1198563"/>
                  <a:gd name="connsiteX59" fmla="*/ 570559 w 1114425"/>
                  <a:gd name="connsiteY59" fmla="*/ 645892 h 1198563"/>
                  <a:gd name="connsiteX60" fmla="*/ 637291 w 1114425"/>
                  <a:gd name="connsiteY60" fmla="*/ 635904 h 1198563"/>
                  <a:gd name="connsiteX61" fmla="*/ 663984 w 1114425"/>
                  <a:gd name="connsiteY61" fmla="*/ 556000 h 1198563"/>
                  <a:gd name="connsiteX62" fmla="*/ 650638 w 1114425"/>
                  <a:gd name="connsiteY62" fmla="*/ 519377 h 1198563"/>
                  <a:gd name="connsiteX63" fmla="*/ 740726 w 1114425"/>
                  <a:gd name="connsiteY63" fmla="*/ 446132 h 1198563"/>
                  <a:gd name="connsiteX64" fmla="*/ 754072 w 1114425"/>
                  <a:gd name="connsiteY64" fmla="*/ 472767 h 1198563"/>
                  <a:gd name="connsiteX65" fmla="*/ 820804 w 1114425"/>
                  <a:gd name="connsiteY65" fmla="*/ 522707 h 1198563"/>
                  <a:gd name="connsiteX66" fmla="*/ 850834 w 1114425"/>
                  <a:gd name="connsiteY66" fmla="*/ 512719 h 1198563"/>
                  <a:gd name="connsiteX67" fmla="*/ 874190 w 1114425"/>
                  <a:gd name="connsiteY67" fmla="*/ 479425 h 1198563"/>
                  <a:gd name="connsiteX68" fmla="*/ 844160 w 1114425"/>
                  <a:gd name="connsiteY68" fmla="*/ 416168 h 1198563"/>
                  <a:gd name="connsiteX69" fmla="*/ 760745 w 1114425"/>
                  <a:gd name="connsiteY69" fmla="*/ 396192 h 1198563"/>
                  <a:gd name="connsiteX70" fmla="*/ 617272 w 1114425"/>
                  <a:gd name="connsiteY70" fmla="*/ 0 h 1198563"/>
                  <a:gd name="connsiteX71" fmla="*/ 757409 w 1114425"/>
                  <a:gd name="connsiteY71" fmla="*/ 0 h 1198563"/>
                  <a:gd name="connsiteX72" fmla="*/ 790775 w 1114425"/>
                  <a:gd name="connsiteY72" fmla="*/ 33294 h 1198563"/>
                  <a:gd name="connsiteX73" fmla="*/ 790775 w 1114425"/>
                  <a:gd name="connsiteY73" fmla="*/ 139832 h 1198563"/>
                  <a:gd name="connsiteX74" fmla="*/ 1114425 w 1114425"/>
                  <a:gd name="connsiteY74" fmla="*/ 642563 h 1198563"/>
                  <a:gd name="connsiteX75" fmla="*/ 557213 w 1114425"/>
                  <a:gd name="connsiteY75" fmla="*/ 1198563 h 1198563"/>
                  <a:gd name="connsiteX76" fmla="*/ 0 w 1114425"/>
                  <a:gd name="connsiteY76" fmla="*/ 645892 h 1198563"/>
                  <a:gd name="connsiteX77" fmla="*/ 323651 w 1114425"/>
                  <a:gd name="connsiteY77" fmla="*/ 139832 h 1198563"/>
                  <a:gd name="connsiteX78" fmla="*/ 323651 w 1114425"/>
                  <a:gd name="connsiteY78" fmla="*/ 33294 h 1198563"/>
                  <a:gd name="connsiteX79" fmla="*/ 357017 w 1114425"/>
                  <a:gd name="connsiteY79" fmla="*/ 0 h 1198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114425" h="1198563">
                    <a:moveTo>
                      <a:pt x="623744" y="549275"/>
                    </a:moveTo>
                    <a:cubicBezTo>
                      <a:pt x="627063" y="562610"/>
                      <a:pt x="627063" y="579279"/>
                      <a:pt x="620425" y="595948"/>
                    </a:cubicBezTo>
                    <a:cubicBezTo>
                      <a:pt x="613786" y="602615"/>
                      <a:pt x="610466" y="609283"/>
                      <a:pt x="600508" y="612616"/>
                    </a:cubicBezTo>
                    <a:cubicBezTo>
                      <a:pt x="597189" y="615950"/>
                      <a:pt x="597189" y="615950"/>
                      <a:pt x="593870" y="615950"/>
                    </a:cubicBezTo>
                    <a:cubicBezTo>
                      <a:pt x="593870" y="615950"/>
                      <a:pt x="593870" y="615950"/>
                      <a:pt x="590550" y="612616"/>
                    </a:cubicBezTo>
                    <a:cubicBezTo>
                      <a:pt x="590550" y="609283"/>
                      <a:pt x="590550" y="595948"/>
                      <a:pt x="593870" y="592614"/>
                    </a:cubicBezTo>
                    <a:cubicBezTo>
                      <a:pt x="600508" y="579279"/>
                      <a:pt x="610466" y="565944"/>
                      <a:pt x="620425" y="552609"/>
                    </a:cubicBezTo>
                    <a:cubicBezTo>
                      <a:pt x="620425" y="552609"/>
                      <a:pt x="620425" y="552609"/>
                      <a:pt x="623744" y="549275"/>
                    </a:cubicBezTo>
                    <a:close/>
                    <a:moveTo>
                      <a:pt x="444357" y="546100"/>
                    </a:moveTo>
                    <a:cubicBezTo>
                      <a:pt x="444357" y="559197"/>
                      <a:pt x="447676" y="572294"/>
                      <a:pt x="441038" y="582117"/>
                    </a:cubicBezTo>
                    <a:cubicBezTo>
                      <a:pt x="437718" y="591940"/>
                      <a:pt x="427760" y="598488"/>
                      <a:pt x="421121" y="598488"/>
                    </a:cubicBezTo>
                    <a:cubicBezTo>
                      <a:pt x="417802" y="598488"/>
                      <a:pt x="417802" y="598488"/>
                      <a:pt x="414483" y="591940"/>
                    </a:cubicBezTo>
                    <a:cubicBezTo>
                      <a:pt x="411163" y="588665"/>
                      <a:pt x="411163" y="582117"/>
                      <a:pt x="417802" y="575568"/>
                    </a:cubicBezTo>
                    <a:cubicBezTo>
                      <a:pt x="421121" y="565746"/>
                      <a:pt x="431079" y="555923"/>
                      <a:pt x="444357" y="546100"/>
                    </a:cubicBezTo>
                    <a:close/>
                    <a:moveTo>
                      <a:pt x="781050" y="431800"/>
                    </a:moveTo>
                    <a:cubicBezTo>
                      <a:pt x="781050" y="431800"/>
                      <a:pt x="781050" y="431800"/>
                      <a:pt x="784324" y="431800"/>
                    </a:cubicBezTo>
                    <a:cubicBezTo>
                      <a:pt x="797421" y="431800"/>
                      <a:pt x="817067" y="441960"/>
                      <a:pt x="826890" y="455507"/>
                    </a:cubicBezTo>
                    <a:cubicBezTo>
                      <a:pt x="830164" y="458893"/>
                      <a:pt x="833438" y="469053"/>
                      <a:pt x="833438" y="475827"/>
                    </a:cubicBezTo>
                    <a:cubicBezTo>
                      <a:pt x="830164" y="482600"/>
                      <a:pt x="826890" y="482600"/>
                      <a:pt x="820341" y="482600"/>
                    </a:cubicBezTo>
                    <a:cubicBezTo>
                      <a:pt x="820341" y="482600"/>
                      <a:pt x="817067" y="482600"/>
                      <a:pt x="817067" y="482600"/>
                    </a:cubicBezTo>
                    <a:cubicBezTo>
                      <a:pt x="803970" y="482600"/>
                      <a:pt x="797421" y="465667"/>
                      <a:pt x="790873" y="452120"/>
                    </a:cubicBezTo>
                    <a:cubicBezTo>
                      <a:pt x="787599" y="445347"/>
                      <a:pt x="784324" y="438573"/>
                      <a:pt x="781050" y="431800"/>
                    </a:cubicBezTo>
                    <a:close/>
                    <a:moveTo>
                      <a:pt x="320676" y="415925"/>
                    </a:moveTo>
                    <a:cubicBezTo>
                      <a:pt x="314062" y="429372"/>
                      <a:pt x="307447" y="439457"/>
                      <a:pt x="300832" y="452905"/>
                    </a:cubicBezTo>
                    <a:cubicBezTo>
                      <a:pt x="290910" y="469713"/>
                      <a:pt x="287603" y="473075"/>
                      <a:pt x="287603" y="473075"/>
                    </a:cubicBezTo>
                    <a:cubicBezTo>
                      <a:pt x="284296" y="469713"/>
                      <a:pt x="280988" y="466352"/>
                      <a:pt x="280988" y="456266"/>
                    </a:cubicBezTo>
                    <a:cubicBezTo>
                      <a:pt x="280988" y="442819"/>
                      <a:pt x="284296" y="436096"/>
                      <a:pt x="287603" y="429372"/>
                    </a:cubicBezTo>
                    <a:cubicBezTo>
                      <a:pt x="294218" y="422649"/>
                      <a:pt x="307447" y="415925"/>
                      <a:pt x="320676" y="415925"/>
                    </a:cubicBezTo>
                    <a:close/>
                    <a:moveTo>
                      <a:pt x="514259" y="0"/>
                    </a:moveTo>
                    <a:cubicBezTo>
                      <a:pt x="514259" y="0"/>
                      <a:pt x="514259" y="0"/>
                      <a:pt x="577484" y="0"/>
                    </a:cubicBezTo>
                    <a:cubicBezTo>
                      <a:pt x="620743" y="152958"/>
                      <a:pt x="667330" y="289290"/>
                      <a:pt x="723900" y="408996"/>
                    </a:cubicBezTo>
                    <a:cubicBezTo>
                      <a:pt x="677313" y="428947"/>
                      <a:pt x="637381" y="472174"/>
                      <a:pt x="620743" y="492125"/>
                    </a:cubicBezTo>
                    <a:cubicBezTo>
                      <a:pt x="604105" y="482150"/>
                      <a:pt x="580812" y="475499"/>
                      <a:pt x="557518" y="475499"/>
                    </a:cubicBezTo>
                    <a:cubicBezTo>
                      <a:pt x="524242" y="472174"/>
                      <a:pt x="497620" y="475499"/>
                      <a:pt x="467672" y="485475"/>
                    </a:cubicBezTo>
                    <a:cubicBezTo>
                      <a:pt x="451033" y="438922"/>
                      <a:pt x="417757" y="405671"/>
                      <a:pt x="377825" y="385720"/>
                    </a:cubicBezTo>
                    <a:cubicBezTo>
                      <a:pt x="427740" y="272664"/>
                      <a:pt x="474327" y="146308"/>
                      <a:pt x="514259" y="0"/>
                    </a:cubicBezTo>
                    <a:close/>
                    <a:moveTo>
                      <a:pt x="357017" y="0"/>
                    </a:moveTo>
                    <a:cubicBezTo>
                      <a:pt x="357017" y="0"/>
                      <a:pt x="357017" y="0"/>
                      <a:pt x="473798" y="0"/>
                    </a:cubicBezTo>
                    <a:cubicBezTo>
                      <a:pt x="433758" y="143162"/>
                      <a:pt x="390383" y="266347"/>
                      <a:pt x="336997" y="376216"/>
                    </a:cubicBezTo>
                    <a:cubicBezTo>
                      <a:pt x="333660" y="376216"/>
                      <a:pt x="330324" y="376216"/>
                      <a:pt x="326987" y="376216"/>
                    </a:cubicBezTo>
                    <a:cubicBezTo>
                      <a:pt x="286948" y="376216"/>
                      <a:pt x="256919" y="392862"/>
                      <a:pt x="246909" y="422827"/>
                    </a:cubicBezTo>
                    <a:cubicBezTo>
                      <a:pt x="236899" y="449461"/>
                      <a:pt x="236899" y="482755"/>
                      <a:pt x="260255" y="502731"/>
                    </a:cubicBezTo>
                    <a:cubicBezTo>
                      <a:pt x="266928" y="509389"/>
                      <a:pt x="276938" y="512719"/>
                      <a:pt x="283611" y="512719"/>
                    </a:cubicBezTo>
                    <a:cubicBezTo>
                      <a:pt x="306968" y="512719"/>
                      <a:pt x="326987" y="486084"/>
                      <a:pt x="333660" y="476096"/>
                    </a:cubicBezTo>
                    <a:cubicBezTo>
                      <a:pt x="333660" y="472767"/>
                      <a:pt x="336997" y="472767"/>
                      <a:pt x="336997" y="472767"/>
                    </a:cubicBezTo>
                    <a:cubicBezTo>
                      <a:pt x="343670" y="456120"/>
                      <a:pt x="353680" y="439473"/>
                      <a:pt x="360353" y="422827"/>
                    </a:cubicBezTo>
                    <a:cubicBezTo>
                      <a:pt x="400392" y="436144"/>
                      <a:pt x="420412" y="479425"/>
                      <a:pt x="433758" y="506060"/>
                    </a:cubicBezTo>
                    <a:cubicBezTo>
                      <a:pt x="427085" y="509389"/>
                      <a:pt x="423749" y="512719"/>
                      <a:pt x="420412" y="516048"/>
                    </a:cubicBezTo>
                    <a:cubicBezTo>
                      <a:pt x="407066" y="522707"/>
                      <a:pt x="377036" y="549342"/>
                      <a:pt x="373700" y="582635"/>
                    </a:cubicBezTo>
                    <a:cubicBezTo>
                      <a:pt x="370363" y="599282"/>
                      <a:pt x="377036" y="615928"/>
                      <a:pt x="390383" y="629246"/>
                    </a:cubicBezTo>
                    <a:cubicBezTo>
                      <a:pt x="397056" y="635904"/>
                      <a:pt x="407066" y="639234"/>
                      <a:pt x="420412" y="639234"/>
                    </a:cubicBezTo>
                    <a:cubicBezTo>
                      <a:pt x="430422" y="639234"/>
                      <a:pt x="443768" y="635904"/>
                      <a:pt x="453778" y="629246"/>
                    </a:cubicBezTo>
                    <a:cubicBezTo>
                      <a:pt x="477134" y="609270"/>
                      <a:pt x="487144" y="582635"/>
                      <a:pt x="483807" y="549342"/>
                    </a:cubicBezTo>
                    <a:cubicBezTo>
                      <a:pt x="480471" y="542683"/>
                      <a:pt x="480471" y="532695"/>
                      <a:pt x="477134" y="526036"/>
                    </a:cubicBezTo>
                    <a:cubicBezTo>
                      <a:pt x="483807" y="522707"/>
                      <a:pt x="487144" y="522707"/>
                      <a:pt x="490481" y="519377"/>
                    </a:cubicBezTo>
                    <a:cubicBezTo>
                      <a:pt x="513837" y="512719"/>
                      <a:pt x="543866" y="509389"/>
                      <a:pt x="577232" y="516048"/>
                    </a:cubicBezTo>
                    <a:cubicBezTo>
                      <a:pt x="583906" y="519377"/>
                      <a:pt x="587242" y="519377"/>
                      <a:pt x="593915" y="522707"/>
                    </a:cubicBezTo>
                    <a:cubicBezTo>
                      <a:pt x="593915" y="522707"/>
                      <a:pt x="590579" y="526036"/>
                      <a:pt x="590579" y="526036"/>
                    </a:cubicBezTo>
                    <a:cubicBezTo>
                      <a:pt x="570559" y="549342"/>
                      <a:pt x="547203" y="582635"/>
                      <a:pt x="550540" y="612599"/>
                    </a:cubicBezTo>
                    <a:cubicBezTo>
                      <a:pt x="550540" y="625916"/>
                      <a:pt x="557213" y="635904"/>
                      <a:pt x="570559" y="645892"/>
                    </a:cubicBezTo>
                    <a:cubicBezTo>
                      <a:pt x="593915" y="662539"/>
                      <a:pt x="617272" y="655880"/>
                      <a:pt x="637291" y="635904"/>
                    </a:cubicBezTo>
                    <a:cubicBezTo>
                      <a:pt x="657311" y="612599"/>
                      <a:pt x="667321" y="579306"/>
                      <a:pt x="663984" y="556000"/>
                    </a:cubicBezTo>
                    <a:cubicBezTo>
                      <a:pt x="663984" y="542683"/>
                      <a:pt x="657311" y="529365"/>
                      <a:pt x="650638" y="519377"/>
                    </a:cubicBezTo>
                    <a:cubicBezTo>
                      <a:pt x="677330" y="486084"/>
                      <a:pt x="710696" y="459449"/>
                      <a:pt x="740726" y="446132"/>
                    </a:cubicBezTo>
                    <a:cubicBezTo>
                      <a:pt x="747399" y="452791"/>
                      <a:pt x="750736" y="462779"/>
                      <a:pt x="754072" y="472767"/>
                    </a:cubicBezTo>
                    <a:cubicBezTo>
                      <a:pt x="767419" y="496072"/>
                      <a:pt x="790775" y="522707"/>
                      <a:pt x="820804" y="522707"/>
                    </a:cubicBezTo>
                    <a:cubicBezTo>
                      <a:pt x="830814" y="522707"/>
                      <a:pt x="840824" y="519377"/>
                      <a:pt x="850834" y="512719"/>
                    </a:cubicBezTo>
                    <a:cubicBezTo>
                      <a:pt x="864180" y="506060"/>
                      <a:pt x="870853" y="492743"/>
                      <a:pt x="874190" y="479425"/>
                    </a:cubicBezTo>
                    <a:cubicBezTo>
                      <a:pt x="874190" y="456120"/>
                      <a:pt x="860843" y="432815"/>
                      <a:pt x="844160" y="416168"/>
                    </a:cubicBezTo>
                    <a:cubicBezTo>
                      <a:pt x="820804" y="396192"/>
                      <a:pt x="794111" y="389533"/>
                      <a:pt x="760745" y="396192"/>
                    </a:cubicBezTo>
                    <a:cubicBezTo>
                      <a:pt x="707360" y="279665"/>
                      <a:pt x="660647" y="149821"/>
                      <a:pt x="617272" y="0"/>
                    </a:cubicBezTo>
                    <a:cubicBezTo>
                      <a:pt x="617272" y="0"/>
                      <a:pt x="617272" y="0"/>
                      <a:pt x="757409" y="0"/>
                    </a:cubicBezTo>
                    <a:cubicBezTo>
                      <a:pt x="774092" y="0"/>
                      <a:pt x="790775" y="13317"/>
                      <a:pt x="790775" y="33294"/>
                    </a:cubicBezTo>
                    <a:cubicBezTo>
                      <a:pt x="790775" y="33294"/>
                      <a:pt x="790775" y="33294"/>
                      <a:pt x="790775" y="139832"/>
                    </a:cubicBezTo>
                    <a:cubicBezTo>
                      <a:pt x="980961" y="226395"/>
                      <a:pt x="1114425" y="419497"/>
                      <a:pt x="1114425" y="642563"/>
                    </a:cubicBezTo>
                    <a:cubicBezTo>
                      <a:pt x="1114425" y="948863"/>
                      <a:pt x="864180" y="1198563"/>
                      <a:pt x="557213" y="1198563"/>
                    </a:cubicBezTo>
                    <a:cubicBezTo>
                      <a:pt x="250245" y="1198563"/>
                      <a:pt x="0" y="952192"/>
                      <a:pt x="0" y="645892"/>
                    </a:cubicBezTo>
                    <a:cubicBezTo>
                      <a:pt x="0" y="422827"/>
                      <a:pt x="133464" y="229725"/>
                      <a:pt x="323651" y="139832"/>
                    </a:cubicBezTo>
                    <a:cubicBezTo>
                      <a:pt x="323651" y="139832"/>
                      <a:pt x="323651" y="139832"/>
                      <a:pt x="323651" y="33294"/>
                    </a:cubicBezTo>
                    <a:cubicBezTo>
                      <a:pt x="323651" y="13317"/>
                      <a:pt x="336997" y="0"/>
                      <a:pt x="357017" y="0"/>
                    </a:cubicBezTo>
                    <a:close/>
                  </a:path>
                </a:pathLst>
              </a:custGeom>
              <a:solidFill>
                <a:srgbClr val="FABF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6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9836448" y="211424"/>
              <a:ext cx="16518" cy="1366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0" name="稻壳儿春秋广告/盗版必究        原创来源：http://chn.docer.com/works?userid=199329941#!/work_time"/>
          <p:cNvSpPr txBox="1"/>
          <p:nvPr/>
        </p:nvSpPr>
        <p:spPr>
          <a:xfrm>
            <a:off x="4022725" y="262890"/>
            <a:ext cx="4146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Simple Customization</a:t>
            </a:r>
            <a:endParaRPr lang="en-US" altLang="zh-CN" sz="2400" dirty="0">
              <a:solidFill>
                <a:srgbClr val="FABF24"/>
              </a:solidFill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</a:endParaRPr>
          </a:p>
        </p:txBody>
      </p:sp>
      <p:cxnSp>
        <p:nvCxnSpPr>
          <p:cNvPr id="82" name="稻壳儿春秋广告/盗版必究        原创来源：http://chn.docer.com/works?userid=199329941#!/work_time"/>
          <p:cNvCxnSpPr/>
          <p:nvPr/>
        </p:nvCxnSpPr>
        <p:spPr>
          <a:xfrm>
            <a:off x="5968010" y="954433"/>
            <a:ext cx="254711" cy="0"/>
          </a:xfrm>
          <a:prstGeom prst="line">
            <a:avLst/>
          </a:prstGeom>
          <a:ln w="28575">
            <a:solidFill>
              <a:srgbClr val="FAB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544483" y="0"/>
            <a:ext cx="793664" cy="1047369"/>
            <a:chOff x="544483" y="169341"/>
            <a:chExt cx="793664" cy="1047369"/>
          </a:xfrm>
        </p:grpSpPr>
        <p:sp>
          <p:nvSpPr>
            <p:cNvPr id="43" name="稻壳儿春秋广告/盗版必究        原创来源：http://chn.docer.com/works?userid=199329941#!/work_time"/>
            <p:cNvSpPr/>
            <p:nvPr/>
          </p:nvSpPr>
          <p:spPr bwMode="auto">
            <a:xfrm>
              <a:off x="837841" y="340120"/>
              <a:ext cx="216388" cy="178776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" name="稻壳儿春秋广告/盗版必究        原创来源：http://chn.docer.com/works?userid=199329941#!/work_time"/>
            <p:cNvSpPr/>
            <p:nvPr/>
          </p:nvSpPr>
          <p:spPr bwMode="auto">
            <a:xfrm>
              <a:off x="585873" y="628542"/>
              <a:ext cx="90040" cy="6825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稻壳儿春秋广告/盗版必究        原创来源：http://chn.docer.com/works?userid=199329941#!/work_time"/>
            <p:cNvSpPr/>
            <p:nvPr/>
          </p:nvSpPr>
          <p:spPr bwMode="auto">
            <a:xfrm>
              <a:off x="1216156" y="627089"/>
              <a:ext cx="90040" cy="6825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稻壳儿春秋广告/盗版必究        原创来源：http://chn.docer.com/works?userid=199329941#!/work_time"/>
            <p:cNvSpPr/>
            <p:nvPr/>
          </p:nvSpPr>
          <p:spPr bwMode="auto">
            <a:xfrm>
              <a:off x="544483" y="869618"/>
              <a:ext cx="103837" cy="54460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稻壳儿春秋广告/盗版必究        原创来源：http://chn.docer.com/works?userid=199329941#!/work_time"/>
            <p:cNvSpPr/>
            <p:nvPr/>
          </p:nvSpPr>
          <p:spPr bwMode="auto">
            <a:xfrm>
              <a:off x="1243749" y="865988"/>
              <a:ext cx="94398" cy="5518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稻壳儿春秋广告/盗版必究        原创来源：http://chn.docer.com/works?userid=199329941#!/work_time"/>
            <p:cNvSpPr/>
            <p:nvPr/>
          </p:nvSpPr>
          <p:spPr bwMode="auto">
            <a:xfrm>
              <a:off x="685353" y="1050425"/>
              <a:ext cx="79148" cy="87136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稻壳儿春秋广告/盗版必究        原创来源：http://chn.docer.com/works?userid=199329941#!/work_time"/>
            <p:cNvSpPr/>
            <p:nvPr/>
          </p:nvSpPr>
          <p:spPr bwMode="auto">
            <a:xfrm>
              <a:off x="1130473" y="1051878"/>
              <a:ext cx="76244" cy="85684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稻壳儿春秋广告/盗版必究        原创来源：http://chn.docer.com/works?userid=199329941#!/work_time"/>
            <p:cNvSpPr/>
            <p:nvPr/>
          </p:nvSpPr>
          <p:spPr bwMode="auto">
            <a:xfrm>
              <a:off x="926429" y="1123765"/>
              <a:ext cx="39211" cy="92945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稻壳儿春秋广告/盗版必究        原创来源：http://chn.docer.com/works?userid=199329941#!/work_time"/>
            <p:cNvSpPr/>
            <p:nvPr/>
          </p:nvSpPr>
          <p:spPr bwMode="auto">
            <a:xfrm>
              <a:off x="691162" y="529787"/>
              <a:ext cx="509745" cy="548231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3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937775" y="169341"/>
              <a:ext cx="16518" cy="1787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0" name="稻壳儿春秋广告/盗版必究        原创来源：http://chn.docer.com/works?userid=199329941#!/work_time"/>
          <p:cNvSpPr/>
          <p:nvPr/>
        </p:nvSpPr>
        <p:spPr>
          <a:xfrm>
            <a:off x="5452345" y="1639570"/>
            <a:ext cx="6739655" cy="976569"/>
          </a:xfrm>
          <a:prstGeom prst="rect">
            <a:avLst/>
          </a:prstGeom>
          <a:solidFill>
            <a:srgbClr val="FAB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What you need in order to create extensions</a:t>
            </a:r>
            <a:endParaRPr lang="en-US" altLang="zh-CN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Picture Placeholder 2"/>
          <p:cNvPicPr>
            <a:picLocks noChangeAspect="1"/>
          </p:cNvPicPr>
          <p:nvPr>
            <p:ph type="pic" sz="quarter" idx="10"/>
          </p:nvPr>
        </p:nvPicPr>
        <p:blipFill>
          <a:blip r:embed="rId1"/>
          <a:stretch>
            <a:fillRect/>
          </a:stretch>
        </p:blipFill>
        <p:spPr>
          <a:xfrm>
            <a:off x="813435" y="1173480"/>
            <a:ext cx="4027170" cy="52711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452110" y="2848610"/>
            <a:ext cx="6312535" cy="2771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+mj-lt"/>
              <a:buAutoNum type="arabicPeriod"/>
            </a:pP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Maven Project</a:t>
            </a:r>
            <a:endParaRPr 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Keycloak dependecies into pom.xml - </a:t>
            </a:r>
            <a:b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Typically includes keycloak-core, keycloak-server-spi, and keycloak-server-spi-private</a:t>
            </a: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the service provider registration directory - </a:t>
            </a:r>
            <a:b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src/main/resources/META-INF/services/</a:t>
            </a: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 the Provider Factory</a:t>
            </a:r>
            <a:endParaRPr 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Implement the Provider </a:t>
            </a:r>
            <a:endParaRPr 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Register the Provider Factory - </a:t>
            </a: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src/main/resources/META-INF/services/&lt;fully-qualified-factory-interface-name&gt;</a:t>
            </a: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the JAR and place it into Keycloak’s</a:t>
            </a:r>
            <a:r>
              <a:rPr lang="en-US" alt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providers/</a:t>
            </a: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directory</a:t>
            </a: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 Keycloak so it discovers and loads the provider</a:t>
            </a: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452745" y="6110605"/>
            <a:ext cx="6311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solidFill>
                  <a:schemeClr val="bg1"/>
                </a:solidFill>
                <a:hlinkClick r:id="rId2" action="ppaction://hlinkfile">
                  <a:extLst>
                    <a:ext uri="{DAF060AB-1E55-43B9-8AAB-6FB025537F2F}">
                      <wpsdc:hlinkClr xmlns:wpsdc="http://www.wps.cn/officeDocument/2017/drawingmlCustomData" val="FABF24"/>
                      <wpsdc:folHlinkClr xmlns:wpsdc="http://www.wps.cn/officeDocument/2017/drawingmlCustomData" val="FABF24"/>
                      <wpsdc:hlinkUnderline xmlns:wpsdc="http://www.wps.cn/officeDocument/2017/drawingmlCustomData" val="1"/>
                    </a:ext>
                  </a:extLst>
                </a:hlinkClick>
              </a:rPr>
              <a:t>Get Sample Repository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稻壳儿春秋广告/盗版必究        原创来源：http://chn.docer.com/works?userid=199329941#!/work_time"/>
          <p:cNvSpPr txBox="1"/>
          <p:nvPr/>
        </p:nvSpPr>
        <p:spPr>
          <a:xfrm>
            <a:off x="927735" y="212090"/>
            <a:ext cx="4146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Simple Customization</a:t>
            </a:r>
            <a:endParaRPr lang="en-US" altLang="zh-CN" sz="2400" dirty="0">
              <a:solidFill>
                <a:srgbClr val="FABF24"/>
              </a:solidFill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27735" y="672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a Public Resource (Endpoint)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23035"/>
            <a:ext cx="5361305" cy="496697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040" y="149860"/>
            <a:ext cx="4251325" cy="301434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345" y="3221990"/>
            <a:ext cx="6230620" cy="33597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0" y="-2540"/>
            <a:ext cx="12192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Register, Load &amp; Test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0" y="314325"/>
            <a:ext cx="104000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Register the fully qualified name of the provider factory within</a:t>
            </a:r>
            <a:endParaRPr 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</a:t>
            </a: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\src\main\resources\META-INF\services\org.keycloak.services.resource.RealmResourceProviderFactory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774700"/>
            <a:ext cx="12192635" cy="105156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98425" y="3439160"/>
            <a:ext cx="56584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 keycloak, and watch </a:t>
            </a:r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for: </a:t>
            </a:r>
            <a:endParaRPr 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" y="3725545"/>
            <a:ext cx="5659120" cy="299212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680" y="3720465"/>
            <a:ext cx="6146165" cy="299720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5948680" y="3451225"/>
            <a:ext cx="61461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endParaRPr 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8425" y="1826260"/>
            <a:ext cx="70237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jar and add it into /providers folder</a:t>
            </a:r>
            <a:endParaRPr 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95" y="2084705"/>
            <a:ext cx="4399915" cy="13823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9220" y="2101850"/>
            <a:ext cx="2458720" cy="137604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9450" y="1822450"/>
            <a:ext cx="2903220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稻壳儿春秋广告/盗版必究        原创来源：http://chn.docer.com/works?userid=199329941#!/work_time"/>
          <p:cNvSpPr txBox="1"/>
          <p:nvPr/>
        </p:nvSpPr>
        <p:spPr>
          <a:xfrm>
            <a:off x="0" y="212090"/>
            <a:ext cx="12192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Simple Customization</a:t>
            </a:r>
            <a:endParaRPr lang="en-US" altLang="zh-CN" sz="2400" dirty="0">
              <a:solidFill>
                <a:srgbClr val="FABF24"/>
              </a:solidFill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0" y="672465"/>
            <a:ext cx="121926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</a:t>
            </a:r>
            <a:b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&amp; Admin Resources</a:t>
            </a:r>
            <a:b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 Service SPI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580255" y="6325870"/>
            <a:ext cx="3032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solidFill>
                  <a:schemeClr val="bg1"/>
                </a:solidFill>
                <a:hlinkClick r:id="rId1" action="ppaction://hlinkfile">
                  <a:extLst>
                    <a:ext uri="{DAF060AB-1E55-43B9-8AAB-6FB025537F2F}">
                      <wpsdc:hlinkClr xmlns:wpsdc="http://www.wps.cn/officeDocument/2017/drawingmlCustomData" val="FABF24"/>
                      <wpsdc:folHlinkClr xmlns:wpsdc="http://www.wps.cn/officeDocument/2017/drawingmlCustomData" val="FABF24"/>
                      <wpsdc:hlinkUnderline xmlns:wpsdc="http://www.wps.cn/officeDocument/2017/drawingmlCustomData" val="1"/>
                    </a:ext>
                  </a:extLst>
                </a:hlinkClick>
              </a:rPr>
              <a:t>Get Sample Repository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稻壳儿春秋广告/盗版必究        原创来源：http://chn.docer.com/works?userid=199329941#!/work_time"/>
          <p:cNvSpPr/>
          <p:nvPr/>
        </p:nvSpPr>
        <p:spPr bwMode="auto">
          <a:xfrm>
            <a:off x="10074520" y="3131116"/>
            <a:ext cx="473075" cy="390846"/>
          </a:xfrm>
          <a:custGeom>
            <a:avLst/>
            <a:gdLst>
              <a:gd name="connsiteX0" fmla="*/ 29984 w 473075"/>
              <a:gd name="connsiteY0" fmla="*/ 320996 h 390846"/>
              <a:gd name="connsiteX1" fmla="*/ 443092 w 473075"/>
              <a:gd name="connsiteY1" fmla="*/ 320996 h 390846"/>
              <a:gd name="connsiteX2" fmla="*/ 473075 w 473075"/>
              <a:gd name="connsiteY2" fmla="*/ 357584 h 390846"/>
              <a:gd name="connsiteX3" fmla="*/ 443092 w 473075"/>
              <a:gd name="connsiteY3" fmla="*/ 390846 h 390846"/>
              <a:gd name="connsiteX4" fmla="*/ 29984 w 473075"/>
              <a:gd name="connsiteY4" fmla="*/ 390846 h 390846"/>
              <a:gd name="connsiteX5" fmla="*/ 0 w 473075"/>
              <a:gd name="connsiteY5" fmla="*/ 357584 h 390846"/>
              <a:gd name="connsiteX6" fmla="*/ 29984 w 473075"/>
              <a:gd name="connsiteY6" fmla="*/ 320996 h 390846"/>
              <a:gd name="connsiteX7" fmla="*/ 29984 w 473075"/>
              <a:gd name="connsiteY7" fmla="*/ 227334 h 390846"/>
              <a:gd name="connsiteX8" fmla="*/ 443092 w 473075"/>
              <a:gd name="connsiteY8" fmla="*/ 227334 h 390846"/>
              <a:gd name="connsiteX9" fmla="*/ 473075 w 473075"/>
              <a:gd name="connsiteY9" fmla="*/ 260671 h 390846"/>
              <a:gd name="connsiteX10" fmla="*/ 443092 w 473075"/>
              <a:gd name="connsiteY10" fmla="*/ 294009 h 390846"/>
              <a:gd name="connsiteX11" fmla="*/ 29984 w 473075"/>
              <a:gd name="connsiteY11" fmla="*/ 294009 h 390846"/>
              <a:gd name="connsiteX12" fmla="*/ 0 w 473075"/>
              <a:gd name="connsiteY12" fmla="*/ 260671 h 390846"/>
              <a:gd name="connsiteX13" fmla="*/ 29984 w 473075"/>
              <a:gd name="connsiteY13" fmla="*/ 227334 h 390846"/>
              <a:gd name="connsiteX14" fmla="*/ 242865 w 473075"/>
              <a:gd name="connsiteY14" fmla="*/ 359 h 390846"/>
              <a:gd name="connsiteX15" fmla="*/ 319932 w 473075"/>
              <a:gd name="connsiteY15" fmla="*/ 7427 h 390846"/>
              <a:gd name="connsiteX16" fmla="*/ 353258 w 473075"/>
              <a:gd name="connsiteY16" fmla="*/ 40689 h 390846"/>
              <a:gd name="connsiteX17" fmla="*/ 396583 w 473075"/>
              <a:gd name="connsiteY17" fmla="*/ 130496 h 390846"/>
              <a:gd name="connsiteX18" fmla="*/ 443239 w 473075"/>
              <a:gd name="connsiteY18" fmla="*/ 130496 h 390846"/>
              <a:gd name="connsiteX19" fmla="*/ 469900 w 473075"/>
              <a:gd name="connsiteY19" fmla="*/ 163758 h 390846"/>
              <a:gd name="connsiteX20" fmla="*/ 443239 w 473075"/>
              <a:gd name="connsiteY20" fmla="*/ 200346 h 390846"/>
              <a:gd name="connsiteX21" fmla="*/ 29994 w 473075"/>
              <a:gd name="connsiteY21" fmla="*/ 200346 h 390846"/>
              <a:gd name="connsiteX22" fmla="*/ 0 w 473075"/>
              <a:gd name="connsiteY22" fmla="*/ 167084 h 390846"/>
              <a:gd name="connsiteX23" fmla="*/ 29994 w 473075"/>
              <a:gd name="connsiteY23" fmla="*/ 130496 h 390846"/>
              <a:gd name="connsiteX24" fmla="*/ 63320 w 473075"/>
              <a:gd name="connsiteY24" fmla="*/ 130496 h 390846"/>
              <a:gd name="connsiteX25" fmla="*/ 109977 w 473075"/>
              <a:gd name="connsiteY25" fmla="*/ 44015 h 390846"/>
              <a:gd name="connsiteX26" fmla="*/ 143303 w 473075"/>
              <a:gd name="connsiteY26" fmla="*/ 10753 h 390846"/>
              <a:gd name="connsiteX27" fmla="*/ 242865 w 473075"/>
              <a:gd name="connsiteY27" fmla="*/ 359 h 390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73075" h="390846">
                <a:moveTo>
                  <a:pt x="29984" y="320996"/>
                </a:moveTo>
                <a:cubicBezTo>
                  <a:pt x="29984" y="320996"/>
                  <a:pt x="29984" y="320996"/>
                  <a:pt x="443092" y="320996"/>
                </a:cubicBezTo>
                <a:cubicBezTo>
                  <a:pt x="459749" y="320996"/>
                  <a:pt x="473075" y="337627"/>
                  <a:pt x="473075" y="357584"/>
                </a:cubicBezTo>
                <a:cubicBezTo>
                  <a:pt x="473075" y="374215"/>
                  <a:pt x="459749" y="390846"/>
                  <a:pt x="443092" y="390846"/>
                </a:cubicBezTo>
                <a:cubicBezTo>
                  <a:pt x="443092" y="390846"/>
                  <a:pt x="443092" y="390846"/>
                  <a:pt x="29984" y="390846"/>
                </a:cubicBezTo>
                <a:cubicBezTo>
                  <a:pt x="13326" y="390846"/>
                  <a:pt x="0" y="374215"/>
                  <a:pt x="0" y="357584"/>
                </a:cubicBezTo>
                <a:cubicBezTo>
                  <a:pt x="0" y="337627"/>
                  <a:pt x="13326" y="320996"/>
                  <a:pt x="29984" y="320996"/>
                </a:cubicBezTo>
                <a:close/>
                <a:moveTo>
                  <a:pt x="29984" y="227334"/>
                </a:moveTo>
                <a:cubicBezTo>
                  <a:pt x="29984" y="227334"/>
                  <a:pt x="29984" y="227334"/>
                  <a:pt x="443092" y="227334"/>
                </a:cubicBezTo>
                <a:cubicBezTo>
                  <a:pt x="459749" y="227334"/>
                  <a:pt x="469744" y="240669"/>
                  <a:pt x="473075" y="260671"/>
                </a:cubicBezTo>
                <a:cubicBezTo>
                  <a:pt x="473075" y="280674"/>
                  <a:pt x="459749" y="294009"/>
                  <a:pt x="443092" y="294009"/>
                </a:cubicBezTo>
                <a:cubicBezTo>
                  <a:pt x="443092" y="294009"/>
                  <a:pt x="443092" y="294009"/>
                  <a:pt x="29984" y="294009"/>
                </a:cubicBezTo>
                <a:cubicBezTo>
                  <a:pt x="13326" y="294009"/>
                  <a:pt x="0" y="280674"/>
                  <a:pt x="0" y="260671"/>
                </a:cubicBezTo>
                <a:cubicBezTo>
                  <a:pt x="0" y="244003"/>
                  <a:pt x="13326" y="227334"/>
                  <a:pt x="29984" y="227334"/>
                </a:cubicBezTo>
                <a:close/>
                <a:moveTo>
                  <a:pt x="242865" y="359"/>
                </a:moveTo>
                <a:cubicBezTo>
                  <a:pt x="280774" y="1606"/>
                  <a:pt x="314933" y="5764"/>
                  <a:pt x="319932" y="7427"/>
                </a:cubicBezTo>
                <a:cubicBezTo>
                  <a:pt x="329930" y="10753"/>
                  <a:pt x="353258" y="40689"/>
                  <a:pt x="353258" y="40689"/>
                </a:cubicBezTo>
                <a:cubicBezTo>
                  <a:pt x="353258" y="40689"/>
                  <a:pt x="353258" y="40689"/>
                  <a:pt x="396583" y="130496"/>
                </a:cubicBezTo>
                <a:cubicBezTo>
                  <a:pt x="396583" y="130496"/>
                  <a:pt x="396583" y="130496"/>
                  <a:pt x="443239" y="130496"/>
                </a:cubicBezTo>
                <a:cubicBezTo>
                  <a:pt x="456570" y="130496"/>
                  <a:pt x="469900" y="147127"/>
                  <a:pt x="469900" y="163758"/>
                </a:cubicBezTo>
                <a:cubicBezTo>
                  <a:pt x="469900" y="183715"/>
                  <a:pt x="456570" y="200346"/>
                  <a:pt x="443239" y="200346"/>
                </a:cubicBezTo>
                <a:cubicBezTo>
                  <a:pt x="443239" y="200346"/>
                  <a:pt x="443239" y="200346"/>
                  <a:pt x="29994" y="200346"/>
                </a:cubicBezTo>
                <a:cubicBezTo>
                  <a:pt x="13331" y="200346"/>
                  <a:pt x="0" y="183715"/>
                  <a:pt x="0" y="167084"/>
                </a:cubicBezTo>
                <a:cubicBezTo>
                  <a:pt x="0" y="147127"/>
                  <a:pt x="13331" y="130496"/>
                  <a:pt x="29994" y="130496"/>
                </a:cubicBezTo>
                <a:cubicBezTo>
                  <a:pt x="29994" y="130496"/>
                  <a:pt x="29994" y="130496"/>
                  <a:pt x="63320" y="130496"/>
                </a:cubicBezTo>
                <a:cubicBezTo>
                  <a:pt x="73318" y="110539"/>
                  <a:pt x="96646" y="67298"/>
                  <a:pt x="109977" y="44015"/>
                </a:cubicBezTo>
                <a:cubicBezTo>
                  <a:pt x="123307" y="14079"/>
                  <a:pt x="143303" y="10753"/>
                  <a:pt x="143303" y="10753"/>
                </a:cubicBezTo>
                <a:cubicBezTo>
                  <a:pt x="163299" y="775"/>
                  <a:pt x="204957" y="-889"/>
                  <a:pt x="242865" y="359"/>
                </a:cubicBezTo>
                <a:close/>
              </a:path>
            </a:pathLst>
          </a:custGeom>
          <a:solidFill>
            <a:srgbClr val="F7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稻壳儿春秋广告/盗版必究        原创来源：http://chn.docer.com/works?userid=199329941#!/work_time"/>
          <p:cNvSpPr/>
          <p:nvPr/>
        </p:nvSpPr>
        <p:spPr bwMode="auto">
          <a:xfrm>
            <a:off x="9523658" y="3761675"/>
            <a:ext cx="196850" cy="149225"/>
          </a:xfrm>
          <a:custGeom>
            <a:avLst/>
            <a:gdLst>
              <a:gd name="T0" fmla="*/ 7 w 59"/>
              <a:gd name="T1" fmla="*/ 26 h 45"/>
              <a:gd name="T2" fmla="*/ 38 w 59"/>
              <a:gd name="T3" fmla="*/ 42 h 45"/>
              <a:gd name="T4" fmla="*/ 56 w 59"/>
              <a:gd name="T5" fmla="*/ 37 h 45"/>
              <a:gd name="T6" fmla="*/ 56 w 59"/>
              <a:gd name="T7" fmla="*/ 37 h 45"/>
              <a:gd name="T8" fmla="*/ 51 w 59"/>
              <a:gd name="T9" fmla="*/ 19 h 45"/>
              <a:gd name="T10" fmla="*/ 20 w 59"/>
              <a:gd name="T11" fmla="*/ 3 h 45"/>
              <a:gd name="T12" fmla="*/ 2 w 59"/>
              <a:gd name="T13" fmla="*/ 8 h 45"/>
              <a:gd name="T14" fmla="*/ 0 w 59"/>
              <a:gd name="T15" fmla="*/ 15 h 45"/>
              <a:gd name="T16" fmla="*/ 7 w 59"/>
              <a:gd name="T17" fmla="*/ 26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" h="45">
                <a:moveTo>
                  <a:pt x="7" y="26"/>
                </a:moveTo>
                <a:cubicBezTo>
                  <a:pt x="17" y="31"/>
                  <a:pt x="28" y="36"/>
                  <a:pt x="38" y="42"/>
                </a:cubicBezTo>
                <a:cubicBezTo>
                  <a:pt x="44" y="45"/>
                  <a:pt x="53" y="43"/>
                  <a:pt x="56" y="37"/>
                </a:cubicBezTo>
                <a:cubicBezTo>
                  <a:pt x="56" y="37"/>
                  <a:pt x="56" y="37"/>
                  <a:pt x="56" y="37"/>
                </a:cubicBezTo>
                <a:cubicBezTo>
                  <a:pt x="59" y="30"/>
                  <a:pt x="58" y="22"/>
                  <a:pt x="51" y="19"/>
                </a:cubicBezTo>
                <a:cubicBezTo>
                  <a:pt x="41" y="13"/>
                  <a:pt x="30" y="8"/>
                  <a:pt x="20" y="3"/>
                </a:cubicBezTo>
                <a:cubicBezTo>
                  <a:pt x="14" y="0"/>
                  <a:pt x="5" y="2"/>
                  <a:pt x="2" y="8"/>
                </a:cubicBezTo>
                <a:cubicBezTo>
                  <a:pt x="1" y="10"/>
                  <a:pt x="0" y="13"/>
                  <a:pt x="0" y="15"/>
                </a:cubicBezTo>
                <a:cubicBezTo>
                  <a:pt x="1" y="20"/>
                  <a:pt x="3" y="24"/>
                  <a:pt x="7" y="26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稻壳儿春秋广告/盗版必究        原创来源：http://chn.docer.com/works?userid=199329941#!/work_time"/>
          <p:cNvSpPr/>
          <p:nvPr/>
        </p:nvSpPr>
        <p:spPr bwMode="auto">
          <a:xfrm>
            <a:off x="10901608" y="3758500"/>
            <a:ext cx="196850" cy="149225"/>
          </a:xfrm>
          <a:custGeom>
            <a:avLst/>
            <a:gdLst>
              <a:gd name="T0" fmla="*/ 3 w 59"/>
              <a:gd name="T1" fmla="*/ 38 h 45"/>
              <a:gd name="T2" fmla="*/ 21 w 59"/>
              <a:gd name="T3" fmla="*/ 42 h 45"/>
              <a:gd name="T4" fmla="*/ 52 w 59"/>
              <a:gd name="T5" fmla="*/ 26 h 45"/>
              <a:gd name="T6" fmla="*/ 59 w 59"/>
              <a:gd name="T7" fmla="*/ 16 h 45"/>
              <a:gd name="T8" fmla="*/ 57 w 59"/>
              <a:gd name="T9" fmla="*/ 8 h 45"/>
              <a:gd name="T10" fmla="*/ 39 w 59"/>
              <a:gd name="T11" fmla="*/ 4 h 45"/>
              <a:gd name="T12" fmla="*/ 8 w 59"/>
              <a:gd name="T13" fmla="*/ 19 h 45"/>
              <a:gd name="T14" fmla="*/ 3 w 59"/>
              <a:gd name="T15" fmla="*/ 37 h 45"/>
              <a:gd name="T16" fmla="*/ 3 w 59"/>
              <a:gd name="T17" fmla="*/ 38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" h="45">
                <a:moveTo>
                  <a:pt x="3" y="38"/>
                </a:moveTo>
                <a:cubicBezTo>
                  <a:pt x="6" y="44"/>
                  <a:pt x="15" y="45"/>
                  <a:pt x="21" y="42"/>
                </a:cubicBezTo>
                <a:cubicBezTo>
                  <a:pt x="31" y="37"/>
                  <a:pt x="42" y="32"/>
                  <a:pt x="52" y="26"/>
                </a:cubicBezTo>
                <a:cubicBezTo>
                  <a:pt x="56" y="24"/>
                  <a:pt x="58" y="20"/>
                  <a:pt x="59" y="16"/>
                </a:cubicBezTo>
                <a:cubicBezTo>
                  <a:pt x="59" y="13"/>
                  <a:pt x="58" y="11"/>
                  <a:pt x="57" y="8"/>
                </a:cubicBezTo>
                <a:cubicBezTo>
                  <a:pt x="54" y="2"/>
                  <a:pt x="45" y="0"/>
                  <a:pt x="39" y="4"/>
                </a:cubicBezTo>
                <a:cubicBezTo>
                  <a:pt x="28" y="9"/>
                  <a:pt x="18" y="14"/>
                  <a:pt x="8" y="19"/>
                </a:cubicBezTo>
                <a:cubicBezTo>
                  <a:pt x="1" y="23"/>
                  <a:pt x="0" y="31"/>
                  <a:pt x="3" y="37"/>
                </a:cubicBezTo>
                <a:cubicBezTo>
                  <a:pt x="3" y="37"/>
                  <a:pt x="3" y="37"/>
                  <a:pt x="3" y="38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稻壳儿春秋广告/盗版必究        原创来源：http://chn.docer.com/works?userid=199329941#!/work_time"/>
          <p:cNvSpPr/>
          <p:nvPr/>
        </p:nvSpPr>
        <p:spPr bwMode="auto">
          <a:xfrm>
            <a:off x="9433170" y="4288725"/>
            <a:ext cx="227013" cy="119063"/>
          </a:xfrm>
          <a:custGeom>
            <a:avLst/>
            <a:gdLst>
              <a:gd name="T0" fmla="*/ 24 w 68"/>
              <a:gd name="T1" fmla="*/ 33 h 36"/>
              <a:gd name="T2" fmla="*/ 58 w 68"/>
              <a:gd name="T3" fmla="*/ 26 h 36"/>
              <a:gd name="T4" fmla="*/ 65 w 68"/>
              <a:gd name="T5" fmla="*/ 21 h 36"/>
              <a:gd name="T6" fmla="*/ 67 w 68"/>
              <a:gd name="T7" fmla="*/ 17 h 36"/>
              <a:gd name="T8" fmla="*/ 67 w 68"/>
              <a:gd name="T9" fmla="*/ 10 h 36"/>
              <a:gd name="T10" fmla="*/ 67 w 68"/>
              <a:gd name="T11" fmla="*/ 9 h 36"/>
              <a:gd name="T12" fmla="*/ 56 w 68"/>
              <a:gd name="T13" fmla="*/ 0 h 36"/>
              <a:gd name="T14" fmla="*/ 51 w 68"/>
              <a:gd name="T15" fmla="*/ 0 h 36"/>
              <a:gd name="T16" fmla="*/ 17 w 68"/>
              <a:gd name="T17" fmla="*/ 8 h 36"/>
              <a:gd name="T18" fmla="*/ 24 w 68"/>
              <a:gd name="T19" fmla="*/ 33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" h="36">
                <a:moveTo>
                  <a:pt x="24" y="33"/>
                </a:moveTo>
                <a:cubicBezTo>
                  <a:pt x="35" y="31"/>
                  <a:pt x="47" y="28"/>
                  <a:pt x="58" y="26"/>
                </a:cubicBezTo>
                <a:cubicBezTo>
                  <a:pt x="61" y="25"/>
                  <a:pt x="64" y="23"/>
                  <a:pt x="65" y="21"/>
                </a:cubicBezTo>
                <a:cubicBezTo>
                  <a:pt x="66" y="19"/>
                  <a:pt x="67" y="18"/>
                  <a:pt x="67" y="17"/>
                </a:cubicBezTo>
                <a:cubicBezTo>
                  <a:pt x="68" y="14"/>
                  <a:pt x="68" y="12"/>
                  <a:pt x="67" y="10"/>
                </a:cubicBezTo>
                <a:cubicBezTo>
                  <a:pt x="67" y="10"/>
                  <a:pt x="67" y="9"/>
                  <a:pt x="67" y="9"/>
                </a:cubicBezTo>
                <a:cubicBezTo>
                  <a:pt x="66" y="3"/>
                  <a:pt x="61" y="0"/>
                  <a:pt x="56" y="0"/>
                </a:cubicBezTo>
                <a:cubicBezTo>
                  <a:pt x="55" y="0"/>
                  <a:pt x="53" y="0"/>
                  <a:pt x="51" y="0"/>
                </a:cubicBezTo>
                <a:cubicBezTo>
                  <a:pt x="40" y="3"/>
                  <a:pt x="28" y="5"/>
                  <a:pt x="17" y="8"/>
                </a:cubicBezTo>
                <a:cubicBezTo>
                  <a:pt x="0" y="11"/>
                  <a:pt x="7" y="36"/>
                  <a:pt x="24" y="33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稻壳儿春秋广告/盗版必究        原创来源：http://chn.docer.com/works?userid=199329941#!/work_time"/>
          <p:cNvSpPr/>
          <p:nvPr/>
        </p:nvSpPr>
        <p:spPr bwMode="auto">
          <a:xfrm>
            <a:off x="10961933" y="4280787"/>
            <a:ext cx="206375" cy="120650"/>
          </a:xfrm>
          <a:custGeom>
            <a:avLst/>
            <a:gdLst>
              <a:gd name="T0" fmla="*/ 1 w 62"/>
              <a:gd name="T1" fmla="*/ 13 h 36"/>
              <a:gd name="T2" fmla="*/ 10 w 62"/>
              <a:gd name="T3" fmla="*/ 27 h 36"/>
              <a:gd name="T4" fmla="*/ 44 w 62"/>
              <a:gd name="T5" fmla="*/ 35 h 36"/>
              <a:gd name="T6" fmla="*/ 60 w 62"/>
              <a:gd name="T7" fmla="*/ 26 h 36"/>
              <a:gd name="T8" fmla="*/ 61 w 62"/>
              <a:gd name="T9" fmla="*/ 25 h 36"/>
              <a:gd name="T10" fmla="*/ 51 w 62"/>
              <a:gd name="T11" fmla="*/ 9 h 36"/>
              <a:gd name="T12" fmla="*/ 17 w 62"/>
              <a:gd name="T13" fmla="*/ 2 h 36"/>
              <a:gd name="T14" fmla="*/ 1 w 62"/>
              <a:gd name="T15" fmla="*/ 13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2" h="36">
                <a:moveTo>
                  <a:pt x="1" y="13"/>
                </a:moveTo>
                <a:cubicBezTo>
                  <a:pt x="0" y="19"/>
                  <a:pt x="2" y="26"/>
                  <a:pt x="10" y="27"/>
                </a:cubicBezTo>
                <a:cubicBezTo>
                  <a:pt x="22" y="30"/>
                  <a:pt x="33" y="32"/>
                  <a:pt x="44" y="35"/>
                </a:cubicBezTo>
                <a:cubicBezTo>
                  <a:pt x="51" y="36"/>
                  <a:pt x="59" y="33"/>
                  <a:pt x="60" y="26"/>
                </a:cubicBezTo>
                <a:cubicBezTo>
                  <a:pt x="60" y="25"/>
                  <a:pt x="60" y="25"/>
                  <a:pt x="61" y="25"/>
                </a:cubicBezTo>
                <a:cubicBezTo>
                  <a:pt x="62" y="19"/>
                  <a:pt x="59" y="11"/>
                  <a:pt x="51" y="9"/>
                </a:cubicBezTo>
                <a:cubicBezTo>
                  <a:pt x="40" y="7"/>
                  <a:pt x="29" y="4"/>
                  <a:pt x="17" y="2"/>
                </a:cubicBezTo>
                <a:cubicBezTo>
                  <a:pt x="8" y="0"/>
                  <a:pt x="2" y="6"/>
                  <a:pt x="1" y="13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 bwMode="auto">
          <a:xfrm>
            <a:off x="9741145" y="4684012"/>
            <a:ext cx="173038" cy="190500"/>
          </a:xfrm>
          <a:custGeom>
            <a:avLst/>
            <a:gdLst>
              <a:gd name="T0" fmla="*/ 6 w 52"/>
              <a:gd name="T1" fmla="*/ 51 h 57"/>
              <a:gd name="T2" fmla="*/ 6 w 52"/>
              <a:gd name="T3" fmla="*/ 51 h 57"/>
              <a:gd name="T4" fmla="*/ 25 w 52"/>
              <a:gd name="T5" fmla="*/ 51 h 57"/>
              <a:gd name="T6" fmla="*/ 47 w 52"/>
              <a:gd name="T7" fmla="*/ 24 h 57"/>
              <a:gd name="T8" fmla="*/ 47 w 52"/>
              <a:gd name="T9" fmla="*/ 5 h 57"/>
              <a:gd name="T10" fmla="*/ 46 w 52"/>
              <a:gd name="T11" fmla="*/ 4 h 57"/>
              <a:gd name="T12" fmla="*/ 28 w 52"/>
              <a:gd name="T13" fmla="*/ 5 h 57"/>
              <a:gd name="T14" fmla="*/ 6 w 52"/>
              <a:gd name="T15" fmla="*/ 32 h 57"/>
              <a:gd name="T16" fmla="*/ 6 w 52"/>
              <a:gd name="T17" fmla="*/ 51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" h="57">
                <a:moveTo>
                  <a:pt x="6" y="51"/>
                </a:moveTo>
                <a:cubicBezTo>
                  <a:pt x="6" y="51"/>
                  <a:pt x="6" y="51"/>
                  <a:pt x="6" y="51"/>
                </a:cubicBezTo>
                <a:cubicBezTo>
                  <a:pt x="12" y="55"/>
                  <a:pt x="20" y="57"/>
                  <a:pt x="25" y="51"/>
                </a:cubicBezTo>
                <a:cubicBezTo>
                  <a:pt x="32" y="42"/>
                  <a:pt x="40" y="33"/>
                  <a:pt x="47" y="24"/>
                </a:cubicBezTo>
                <a:cubicBezTo>
                  <a:pt x="51" y="18"/>
                  <a:pt x="52" y="10"/>
                  <a:pt x="47" y="5"/>
                </a:cubicBezTo>
                <a:cubicBezTo>
                  <a:pt x="46" y="5"/>
                  <a:pt x="46" y="4"/>
                  <a:pt x="46" y="4"/>
                </a:cubicBezTo>
                <a:cubicBezTo>
                  <a:pt x="41" y="0"/>
                  <a:pt x="32" y="0"/>
                  <a:pt x="28" y="5"/>
                </a:cubicBezTo>
                <a:cubicBezTo>
                  <a:pt x="21" y="14"/>
                  <a:pt x="13" y="23"/>
                  <a:pt x="6" y="32"/>
                </a:cubicBezTo>
                <a:cubicBezTo>
                  <a:pt x="2" y="37"/>
                  <a:pt x="0" y="46"/>
                  <a:pt x="6" y="51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稻壳儿春秋广告/盗版必究        原创来源：http://chn.docer.com/works?userid=199329941#!/work_time"/>
          <p:cNvSpPr/>
          <p:nvPr/>
        </p:nvSpPr>
        <p:spPr bwMode="auto">
          <a:xfrm>
            <a:off x="10714283" y="4687187"/>
            <a:ext cx="166688" cy="187325"/>
          </a:xfrm>
          <a:custGeom>
            <a:avLst/>
            <a:gdLst>
              <a:gd name="T0" fmla="*/ 4 w 50"/>
              <a:gd name="T1" fmla="*/ 22 h 56"/>
              <a:gd name="T2" fmla="*/ 26 w 50"/>
              <a:gd name="T3" fmla="*/ 50 h 56"/>
              <a:gd name="T4" fmla="*/ 44 w 50"/>
              <a:gd name="T5" fmla="*/ 50 h 56"/>
              <a:gd name="T6" fmla="*/ 44 w 50"/>
              <a:gd name="T7" fmla="*/ 49 h 56"/>
              <a:gd name="T8" fmla="*/ 44 w 50"/>
              <a:gd name="T9" fmla="*/ 31 h 56"/>
              <a:gd name="T10" fmla="*/ 22 w 50"/>
              <a:gd name="T11" fmla="*/ 4 h 56"/>
              <a:gd name="T12" fmla="*/ 12 w 50"/>
              <a:gd name="T13" fmla="*/ 0 h 56"/>
              <a:gd name="T14" fmla="*/ 4 w 50"/>
              <a:gd name="T15" fmla="*/ 4 h 56"/>
              <a:gd name="T16" fmla="*/ 0 w 50"/>
              <a:gd name="T17" fmla="*/ 11 h 56"/>
              <a:gd name="T18" fmla="*/ 4 w 50"/>
              <a:gd name="T19" fmla="*/ 22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0" h="56">
                <a:moveTo>
                  <a:pt x="4" y="22"/>
                </a:moveTo>
                <a:cubicBezTo>
                  <a:pt x="11" y="32"/>
                  <a:pt x="18" y="41"/>
                  <a:pt x="26" y="50"/>
                </a:cubicBezTo>
                <a:cubicBezTo>
                  <a:pt x="30" y="56"/>
                  <a:pt x="39" y="54"/>
                  <a:pt x="44" y="50"/>
                </a:cubicBezTo>
                <a:cubicBezTo>
                  <a:pt x="44" y="50"/>
                  <a:pt x="44" y="49"/>
                  <a:pt x="44" y="49"/>
                </a:cubicBezTo>
                <a:cubicBezTo>
                  <a:pt x="50" y="45"/>
                  <a:pt x="48" y="36"/>
                  <a:pt x="44" y="31"/>
                </a:cubicBezTo>
                <a:cubicBezTo>
                  <a:pt x="37" y="22"/>
                  <a:pt x="30" y="13"/>
                  <a:pt x="22" y="4"/>
                </a:cubicBezTo>
                <a:cubicBezTo>
                  <a:pt x="20" y="1"/>
                  <a:pt x="16" y="0"/>
                  <a:pt x="12" y="0"/>
                </a:cubicBezTo>
                <a:cubicBezTo>
                  <a:pt x="9" y="0"/>
                  <a:pt x="6" y="2"/>
                  <a:pt x="4" y="4"/>
                </a:cubicBezTo>
                <a:cubicBezTo>
                  <a:pt x="1" y="6"/>
                  <a:pt x="0" y="9"/>
                  <a:pt x="0" y="11"/>
                </a:cubicBezTo>
                <a:cubicBezTo>
                  <a:pt x="0" y="15"/>
                  <a:pt x="1" y="19"/>
                  <a:pt x="4" y="22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稻壳儿春秋广告/盗版必究        原创来源：http://chn.docer.com/works?userid=199329941#!/work_time"/>
          <p:cNvSpPr/>
          <p:nvPr/>
        </p:nvSpPr>
        <p:spPr bwMode="auto">
          <a:xfrm>
            <a:off x="10268195" y="4844350"/>
            <a:ext cx="85725" cy="203200"/>
          </a:xfrm>
          <a:custGeom>
            <a:avLst/>
            <a:gdLst>
              <a:gd name="T0" fmla="*/ 13 w 26"/>
              <a:gd name="T1" fmla="*/ 61 h 61"/>
              <a:gd name="T2" fmla="*/ 13 w 26"/>
              <a:gd name="T3" fmla="*/ 61 h 61"/>
              <a:gd name="T4" fmla="*/ 26 w 26"/>
              <a:gd name="T5" fmla="*/ 48 h 61"/>
              <a:gd name="T6" fmla="*/ 26 w 26"/>
              <a:gd name="T7" fmla="*/ 13 h 61"/>
              <a:gd name="T8" fmla="*/ 13 w 26"/>
              <a:gd name="T9" fmla="*/ 0 h 61"/>
              <a:gd name="T10" fmla="*/ 13 w 26"/>
              <a:gd name="T11" fmla="*/ 0 h 61"/>
              <a:gd name="T12" fmla="*/ 4 w 26"/>
              <a:gd name="T13" fmla="*/ 3 h 61"/>
              <a:gd name="T14" fmla="*/ 0 w 26"/>
              <a:gd name="T15" fmla="*/ 13 h 61"/>
              <a:gd name="T16" fmla="*/ 0 w 26"/>
              <a:gd name="T17" fmla="*/ 48 h 61"/>
              <a:gd name="T18" fmla="*/ 13 w 26"/>
              <a:gd name="T19" fmla="*/ 61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" h="61">
                <a:moveTo>
                  <a:pt x="13" y="61"/>
                </a:moveTo>
                <a:cubicBezTo>
                  <a:pt x="13" y="61"/>
                  <a:pt x="13" y="61"/>
                  <a:pt x="13" y="61"/>
                </a:cubicBezTo>
                <a:cubicBezTo>
                  <a:pt x="20" y="61"/>
                  <a:pt x="26" y="56"/>
                  <a:pt x="26" y="48"/>
                </a:cubicBezTo>
                <a:cubicBezTo>
                  <a:pt x="26" y="37"/>
                  <a:pt x="26" y="25"/>
                  <a:pt x="26" y="13"/>
                </a:cubicBezTo>
                <a:cubicBezTo>
                  <a:pt x="26" y="6"/>
                  <a:pt x="21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9" y="0"/>
                  <a:pt x="7" y="2"/>
                  <a:pt x="4" y="3"/>
                </a:cubicBezTo>
                <a:cubicBezTo>
                  <a:pt x="2" y="6"/>
                  <a:pt x="0" y="9"/>
                  <a:pt x="0" y="13"/>
                </a:cubicBezTo>
                <a:cubicBezTo>
                  <a:pt x="0" y="25"/>
                  <a:pt x="0" y="37"/>
                  <a:pt x="0" y="48"/>
                </a:cubicBezTo>
                <a:cubicBezTo>
                  <a:pt x="0" y="55"/>
                  <a:pt x="6" y="61"/>
                  <a:pt x="13" y="61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" name="稻壳儿春秋广告/盗版必究        原创来源：http://chn.docer.com/works?userid=199329941#!/work_time"/>
          <p:cNvSpPr/>
          <p:nvPr/>
        </p:nvSpPr>
        <p:spPr bwMode="auto">
          <a:xfrm>
            <a:off x="9753845" y="3545775"/>
            <a:ext cx="1114425" cy="1198563"/>
          </a:xfrm>
          <a:custGeom>
            <a:avLst/>
            <a:gdLst>
              <a:gd name="connsiteX0" fmla="*/ 623744 w 1114425"/>
              <a:gd name="connsiteY0" fmla="*/ 549275 h 1198563"/>
              <a:gd name="connsiteX1" fmla="*/ 620425 w 1114425"/>
              <a:gd name="connsiteY1" fmla="*/ 595948 h 1198563"/>
              <a:gd name="connsiteX2" fmla="*/ 600508 w 1114425"/>
              <a:gd name="connsiteY2" fmla="*/ 612616 h 1198563"/>
              <a:gd name="connsiteX3" fmla="*/ 593870 w 1114425"/>
              <a:gd name="connsiteY3" fmla="*/ 615950 h 1198563"/>
              <a:gd name="connsiteX4" fmla="*/ 590550 w 1114425"/>
              <a:gd name="connsiteY4" fmla="*/ 612616 h 1198563"/>
              <a:gd name="connsiteX5" fmla="*/ 593870 w 1114425"/>
              <a:gd name="connsiteY5" fmla="*/ 592614 h 1198563"/>
              <a:gd name="connsiteX6" fmla="*/ 620425 w 1114425"/>
              <a:gd name="connsiteY6" fmla="*/ 552609 h 1198563"/>
              <a:gd name="connsiteX7" fmla="*/ 623744 w 1114425"/>
              <a:gd name="connsiteY7" fmla="*/ 549275 h 1198563"/>
              <a:gd name="connsiteX8" fmla="*/ 444357 w 1114425"/>
              <a:gd name="connsiteY8" fmla="*/ 546100 h 1198563"/>
              <a:gd name="connsiteX9" fmla="*/ 441038 w 1114425"/>
              <a:gd name="connsiteY9" fmla="*/ 582117 h 1198563"/>
              <a:gd name="connsiteX10" fmla="*/ 421121 w 1114425"/>
              <a:gd name="connsiteY10" fmla="*/ 598488 h 1198563"/>
              <a:gd name="connsiteX11" fmla="*/ 414483 w 1114425"/>
              <a:gd name="connsiteY11" fmla="*/ 591940 h 1198563"/>
              <a:gd name="connsiteX12" fmla="*/ 417802 w 1114425"/>
              <a:gd name="connsiteY12" fmla="*/ 575568 h 1198563"/>
              <a:gd name="connsiteX13" fmla="*/ 444357 w 1114425"/>
              <a:gd name="connsiteY13" fmla="*/ 546100 h 1198563"/>
              <a:gd name="connsiteX14" fmla="*/ 781050 w 1114425"/>
              <a:gd name="connsiteY14" fmla="*/ 431800 h 1198563"/>
              <a:gd name="connsiteX15" fmla="*/ 784324 w 1114425"/>
              <a:gd name="connsiteY15" fmla="*/ 431800 h 1198563"/>
              <a:gd name="connsiteX16" fmla="*/ 826890 w 1114425"/>
              <a:gd name="connsiteY16" fmla="*/ 455507 h 1198563"/>
              <a:gd name="connsiteX17" fmla="*/ 833438 w 1114425"/>
              <a:gd name="connsiteY17" fmla="*/ 475827 h 1198563"/>
              <a:gd name="connsiteX18" fmla="*/ 820341 w 1114425"/>
              <a:gd name="connsiteY18" fmla="*/ 482600 h 1198563"/>
              <a:gd name="connsiteX19" fmla="*/ 817067 w 1114425"/>
              <a:gd name="connsiteY19" fmla="*/ 482600 h 1198563"/>
              <a:gd name="connsiteX20" fmla="*/ 790873 w 1114425"/>
              <a:gd name="connsiteY20" fmla="*/ 452120 h 1198563"/>
              <a:gd name="connsiteX21" fmla="*/ 781050 w 1114425"/>
              <a:gd name="connsiteY21" fmla="*/ 431800 h 1198563"/>
              <a:gd name="connsiteX22" fmla="*/ 320676 w 1114425"/>
              <a:gd name="connsiteY22" fmla="*/ 415925 h 1198563"/>
              <a:gd name="connsiteX23" fmla="*/ 300832 w 1114425"/>
              <a:gd name="connsiteY23" fmla="*/ 452905 h 1198563"/>
              <a:gd name="connsiteX24" fmla="*/ 287603 w 1114425"/>
              <a:gd name="connsiteY24" fmla="*/ 473075 h 1198563"/>
              <a:gd name="connsiteX25" fmla="*/ 280988 w 1114425"/>
              <a:gd name="connsiteY25" fmla="*/ 456266 h 1198563"/>
              <a:gd name="connsiteX26" fmla="*/ 287603 w 1114425"/>
              <a:gd name="connsiteY26" fmla="*/ 429372 h 1198563"/>
              <a:gd name="connsiteX27" fmla="*/ 320676 w 1114425"/>
              <a:gd name="connsiteY27" fmla="*/ 415925 h 1198563"/>
              <a:gd name="connsiteX28" fmla="*/ 514259 w 1114425"/>
              <a:gd name="connsiteY28" fmla="*/ 0 h 1198563"/>
              <a:gd name="connsiteX29" fmla="*/ 577484 w 1114425"/>
              <a:gd name="connsiteY29" fmla="*/ 0 h 1198563"/>
              <a:gd name="connsiteX30" fmla="*/ 723900 w 1114425"/>
              <a:gd name="connsiteY30" fmla="*/ 408996 h 1198563"/>
              <a:gd name="connsiteX31" fmla="*/ 620743 w 1114425"/>
              <a:gd name="connsiteY31" fmla="*/ 492125 h 1198563"/>
              <a:gd name="connsiteX32" fmla="*/ 557518 w 1114425"/>
              <a:gd name="connsiteY32" fmla="*/ 475499 h 1198563"/>
              <a:gd name="connsiteX33" fmla="*/ 467672 w 1114425"/>
              <a:gd name="connsiteY33" fmla="*/ 485475 h 1198563"/>
              <a:gd name="connsiteX34" fmla="*/ 377825 w 1114425"/>
              <a:gd name="connsiteY34" fmla="*/ 385720 h 1198563"/>
              <a:gd name="connsiteX35" fmla="*/ 514259 w 1114425"/>
              <a:gd name="connsiteY35" fmla="*/ 0 h 1198563"/>
              <a:gd name="connsiteX36" fmla="*/ 357017 w 1114425"/>
              <a:gd name="connsiteY36" fmla="*/ 0 h 1198563"/>
              <a:gd name="connsiteX37" fmla="*/ 473798 w 1114425"/>
              <a:gd name="connsiteY37" fmla="*/ 0 h 1198563"/>
              <a:gd name="connsiteX38" fmla="*/ 336997 w 1114425"/>
              <a:gd name="connsiteY38" fmla="*/ 376216 h 1198563"/>
              <a:gd name="connsiteX39" fmla="*/ 326987 w 1114425"/>
              <a:gd name="connsiteY39" fmla="*/ 376216 h 1198563"/>
              <a:gd name="connsiteX40" fmla="*/ 246909 w 1114425"/>
              <a:gd name="connsiteY40" fmla="*/ 422827 h 1198563"/>
              <a:gd name="connsiteX41" fmla="*/ 260255 w 1114425"/>
              <a:gd name="connsiteY41" fmla="*/ 502731 h 1198563"/>
              <a:gd name="connsiteX42" fmla="*/ 283611 w 1114425"/>
              <a:gd name="connsiteY42" fmla="*/ 512719 h 1198563"/>
              <a:gd name="connsiteX43" fmla="*/ 333660 w 1114425"/>
              <a:gd name="connsiteY43" fmla="*/ 476096 h 1198563"/>
              <a:gd name="connsiteX44" fmla="*/ 336997 w 1114425"/>
              <a:gd name="connsiteY44" fmla="*/ 472767 h 1198563"/>
              <a:gd name="connsiteX45" fmla="*/ 360353 w 1114425"/>
              <a:gd name="connsiteY45" fmla="*/ 422827 h 1198563"/>
              <a:gd name="connsiteX46" fmla="*/ 433758 w 1114425"/>
              <a:gd name="connsiteY46" fmla="*/ 506060 h 1198563"/>
              <a:gd name="connsiteX47" fmla="*/ 420412 w 1114425"/>
              <a:gd name="connsiteY47" fmla="*/ 516048 h 1198563"/>
              <a:gd name="connsiteX48" fmla="*/ 373700 w 1114425"/>
              <a:gd name="connsiteY48" fmla="*/ 582635 h 1198563"/>
              <a:gd name="connsiteX49" fmla="*/ 390383 w 1114425"/>
              <a:gd name="connsiteY49" fmla="*/ 629246 h 1198563"/>
              <a:gd name="connsiteX50" fmla="*/ 420412 w 1114425"/>
              <a:gd name="connsiteY50" fmla="*/ 639234 h 1198563"/>
              <a:gd name="connsiteX51" fmla="*/ 453778 w 1114425"/>
              <a:gd name="connsiteY51" fmla="*/ 629246 h 1198563"/>
              <a:gd name="connsiteX52" fmla="*/ 483807 w 1114425"/>
              <a:gd name="connsiteY52" fmla="*/ 549342 h 1198563"/>
              <a:gd name="connsiteX53" fmla="*/ 477134 w 1114425"/>
              <a:gd name="connsiteY53" fmla="*/ 526036 h 1198563"/>
              <a:gd name="connsiteX54" fmla="*/ 490481 w 1114425"/>
              <a:gd name="connsiteY54" fmla="*/ 519377 h 1198563"/>
              <a:gd name="connsiteX55" fmla="*/ 577232 w 1114425"/>
              <a:gd name="connsiteY55" fmla="*/ 516048 h 1198563"/>
              <a:gd name="connsiteX56" fmla="*/ 593915 w 1114425"/>
              <a:gd name="connsiteY56" fmla="*/ 522707 h 1198563"/>
              <a:gd name="connsiteX57" fmla="*/ 590579 w 1114425"/>
              <a:gd name="connsiteY57" fmla="*/ 526036 h 1198563"/>
              <a:gd name="connsiteX58" fmla="*/ 550540 w 1114425"/>
              <a:gd name="connsiteY58" fmla="*/ 612599 h 1198563"/>
              <a:gd name="connsiteX59" fmla="*/ 570559 w 1114425"/>
              <a:gd name="connsiteY59" fmla="*/ 645892 h 1198563"/>
              <a:gd name="connsiteX60" fmla="*/ 637291 w 1114425"/>
              <a:gd name="connsiteY60" fmla="*/ 635904 h 1198563"/>
              <a:gd name="connsiteX61" fmla="*/ 663984 w 1114425"/>
              <a:gd name="connsiteY61" fmla="*/ 556000 h 1198563"/>
              <a:gd name="connsiteX62" fmla="*/ 650638 w 1114425"/>
              <a:gd name="connsiteY62" fmla="*/ 519377 h 1198563"/>
              <a:gd name="connsiteX63" fmla="*/ 740726 w 1114425"/>
              <a:gd name="connsiteY63" fmla="*/ 446132 h 1198563"/>
              <a:gd name="connsiteX64" fmla="*/ 754072 w 1114425"/>
              <a:gd name="connsiteY64" fmla="*/ 472767 h 1198563"/>
              <a:gd name="connsiteX65" fmla="*/ 820804 w 1114425"/>
              <a:gd name="connsiteY65" fmla="*/ 522707 h 1198563"/>
              <a:gd name="connsiteX66" fmla="*/ 850834 w 1114425"/>
              <a:gd name="connsiteY66" fmla="*/ 512719 h 1198563"/>
              <a:gd name="connsiteX67" fmla="*/ 874190 w 1114425"/>
              <a:gd name="connsiteY67" fmla="*/ 479425 h 1198563"/>
              <a:gd name="connsiteX68" fmla="*/ 844160 w 1114425"/>
              <a:gd name="connsiteY68" fmla="*/ 416168 h 1198563"/>
              <a:gd name="connsiteX69" fmla="*/ 760745 w 1114425"/>
              <a:gd name="connsiteY69" fmla="*/ 396192 h 1198563"/>
              <a:gd name="connsiteX70" fmla="*/ 617272 w 1114425"/>
              <a:gd name="connsiteY70" fmla="*/ 0 h 1198563"/>
              <a:gd name="connsiteX71" fmla="*/ 757409 w 1114425"/>
              <a:gd name="connsiteY71" fmla="*/ 0 h 1198563"/>
              <a:gd name="connsiteX72" fmla="*/ 790775 w 1114425"/>
              <a:gd name="connsiteY72" fmla="*/ 33294 h 1198563"/>
              <a:gd name="connsiteX73" fmla="*/ 790775 w 1114425"/>
              <a:gd name="connsiteY73" fmla="*/ 139832 h 1198563"/>
              <a:gd name="connsiteX74" fmla="*/ 1114425 w 1114425"/>
              <a:gd name="connsiteY74" fmla="*/ 642563 h 1198563"/>
              <a:gd name="connsiteX75" fmla="*/ 557213 w 1114425"/>
              <a:gd name="connsiteY75" fmla="*/ 1198563 h 1198563"/>
              <a:gd name="connsiteX76" fmla="*/ 0 w 1114425"/>
              <a:gd name="connsiteY76" fmla="*/ 645892 h 1198563"/>
              <a:gd name="connsiteX77" fmla="*/ 323651 w 1114425"/>
              <a:gd name="connsiteY77" fmla="*/ 139832 h 1198563"/>
              <a:gd name="connsiteX78" fmla="*/ 323651 w 1114425"/>
              <a:gd name="connsiteY78" fmla="*/ 33294 h 1198563"/>
              <a:gd name="connsiteX79" fmla="*/ 357017 w 1114425"/>
              <a:gd name="connsiteY79" fmla="*/ 0 h 1198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114425" h="1198563">
                <a:moveTo>
                  <a:pt x="623744" y="549275"/>
                </a:moveTo>
                <a:cubicBezTo>
                  <a:pt x="627063" y="562610"/>
                  <a:pt x="627063" y="579279"/>
                  <a:pt x="620425" y="595948"/>
                </a:cubicBezTo>
                <a:cubicBezTo>
                  <a:pt x="613786" y="602615"/>
                  <a:pt x="610466" y="609283"/>
                  <a:pt x="600508" y="612616"/>
                </a:cubicBezTo>
                <a:cubicBezTo>
                  <a:pt x="597189" y="615950"/>
                  <a:pt x="597189" y="615950"/>
                  <a:pt x="593870" y="615950"/>
                </a:cubicBezTo>
                <a:cubicBezTo>
                  <a:pt x="593870" y="615950"/>
                  <a:pt x="593870" y="615950"/>
                  <a:pt x="590550" y="612616"/>
                </a:cubicBezTo>
                <a:cubicBezTo>
                  <a:pt x="590550" y="609283"/>
                  <a:pt x="590550" y="595948"/>
                  <a:pt x="593870" y="592614"/>
                </a:cubicBezTo>
                <a:cubicBezTo>
                  <a:pt x="600508" y="579279"/>
                  <a:pt x="610466" y="565944"/>
                  <a:pt x="620425" y="552609"/>
                </a:cubicBezTo>
                <a:cubicBezTo>
                  <a:pt x="620425" y="552609"/>
                  <a:pt x="620425" y="552609"/>
                  <a:pt x="623744" y="549275"/>
                </a:cubicBezTo>
                <a:close/>
                <a:moveTo>
                  <a:pt x="444357" y="546100"/>
                </a:moveTo>
                <a:cubicBezTo>
                  <a:pt x="444357" y="559197"/>
                  <a:pt x="447676" y="572294"/>
                  <a:pt x="441038" y="582117"/>
                </a:cubicBezTo>
                <a:cubicBezTo>
                  <a:pt x="437718" y="591940"/>
                  <a:pt x="427760" y="598488"/>
                  <a:pt x="421121" y="598488"/>
                </a:cubicBezTo>
                <a:cubicBezTo>
                  <a:pt x="417802" y="598488"/>
                  <a:pt x="417802" y="598488"/>
                  <a:pt x="414483" y="591940"/>
                </a:cubicBezTo>
                <a:cubicBezTo>
                  <a:pt x="411163" y="588665"/>
                  <a:pt x="411163" y="582117"/>
                  <a:pt x="417802" y="575568"/>
                </a:cubicBezTo>
                <a:cubicBezTo>
                  <a:pt x="421121" y="565746"/>
                  <a:pt x="431079" y="555923"/>
                  <a:pt x="444357" y="546100"/>
                </a:cubicBezTo>
                <a:close/>
                <a:moveTo>
                  <a:pt x="781050" y="431800"/>
                </a:moveTo>
                <a:cubicBezTo>
                  <a:pt x="781050" y="431800"/>
                  <a:pt x="781050" y="431800"/>
                  <a:pt x="784324" y="431800"/>
                </a:cubicBezTo>
                <a:cubicBezTo>
                  <a:pt x="797421" y="431800"/>
                  <a:pt x="817067" y="441960"/>
                  <a:pt x="826890" y="455507"/>
                </a:cubicBezTo>
                <a:cubicBezTo>
                  <a:pt x="830164" y="458893"/>
                  <a:pt x="833438" y="469053"/>
                  <a:pt x="833438" y="475827"/>
                </a:cubicBezTo>
                <a:cubicBezTo>
                  <a:pt x="830164" y="482600"/>
                  <a:pt x="826890" y="482600"/>
                  <a:pt x="820341" y="482600"/>
                </a:cubicBezTo>
                <a:cubicBezTo>
                  <a:pt x="820341" y="482600"/>
                  <a:pt x="817067" y="482600"/>
                  <a:pt x="817067" y="482600"/>
                </a:cubicBezTo>
                <a:cubicBezTo>
                  <a:pt x="803970" y="482600"/>
                  <a:pt x="797421" y="465667"/>
                  <a:pt x="790873" y="452120"/>
                </a:cubicBezTo>
                <a:cubicBezTo>
                  <a:pt x="787599" y="445347"/>
                  <a:pt x="784324" y="438573"/>
                  <a:pt x="781050" y="431800"/>
                </a:cubicBezTo>
                <a:close/>
                <a:moveTo>
                  <a:pt x="320676" y="415925"/>
                </a:moveTo>
                <a:cubicBezTo>
                  <a:pt x="314062" y="429372"/>
                  <a:pt x="307447" y="439457"/>
                  <a:pt x="300832" y="452905"/>
                </a:cubicBezTo>
                <a:cubicBezTo>
                  <a:pt x="290910" y="469713"/>
                  <a:pt x="287603" y="473075"/>
                  <a:pt x="287603" y="473075"/>
                </a:cubicBezTo>
                <a:cubicBezTo>
                  <a:pt x="284296" y="469713"/>
                  <a:pt x="280988" y="466352"/>
                  <a:pt x="280988" y="456266"/>
                </a:cubicBezTo>
                <a:cubicBezTo>
                  <a:pt x="280988" y="442819"/>
                  <a:pt x="284296" y="436096"/>
                  <a:pt x="287603" y="429372"/>
                </a:cubicBezTo>
                <a:cubicBezTo>
                  <a:pt x="294218" y="422649"/>
                  <a:pt x="307447" y="415925"/>
                  <a:pt x="320676" y="415925"/>
                </a:cubicBezTo>
                <a:close/>
                <a:moveTo>
                  <a:pt x="514259" y="0"/>
                </a:moveTo>
                <a:cubicBezTo>
                  <a:pt x="514259" y="0"/>
                  <a:pt x="514259" y="0"/>
                  <a:pt x="577484" y="0"/>
                </a:cubicBezTo>
                <a:cubicBezTo>
                  <a:pt x="620743" y="152958"/>
                  <a:pt x="667330" y="289290"/>
                  <a:pt x="723900" y="408996"/>
                </a:cubicBezTo>
                <a:cubicBezTo>
                  <a:pt x="677313" y="428947"/>
                  <a:pt x="637381" y="472174"/>
                  <a:pt x="620743" y="492125"/>
                </a:cubicBezTo>
                <a:cubicBezTo>
                  <a:pt x="604105" y="482150"/>
                  <a:pt x="580812" y="475499"/>
                  <a:pt x="557518" y="475499"/>
                </a:cubicBezTo>
                <a:cubicBezTo>
                  <a:pt x="524242" y="472174"/>
                  <a:pt x="497620" y="475499"/>
                  <a:pt x="467672" y="485475"/>
                </a:cubicBezTo>
                <a:cubicBezTo>
                  <a:pt x="451033" y="438922"/>
                  <a:pt x="417757" y="405671"/>
                  <a:pt x="377825" y="385720"/>
                </a:cubicBezTo>
                <a:cubicBezTo>
                  <a:pt x="427740" y="272664"/>
                  <a:pt x="474327" y="146308"/>
                  <a:pt x="514259" y="0"/>
                </a:cubicBezTo>
                <a:close/>
                <a:moveTo>
                  <a:pt x="357017" y="0"/>
                </a:moveTo>
                <a:cubicBezTo>
                  <a:pt x="357017" y="0"/>
                  <a:pt x="357017" y="0"/>
                  <a:pt x="473798" y="0"/>
                </a:cubicBezTo>
                <a:cubicBezTo>
                  <a:pt x="433758" y="143162"/>
                  <a:pt x="390383" y="266347"/>
                  <a:pt x="336997" y="376216"/>
                </a:cubicBezTo>
                <a:cubicBezTo>
                  <a:pt x="333660" y="376216"/>
                  <a:pt x="330324" y="376216"/>
                  <a:pt x="326987" y="376216"/>
                </a:cubicBezTo>
                <a:cubicBezTo>
                  <a:pt x="286948" y="376216"/>
                  <a:pt x="256919" y="392862"/>
                  <a:pt x="246909" y="422827"/>
                </a:cubicBezTo>
                <a:cubicBezTo>
                  <a:pt x="236899" y="449461"/>
                  <a:pt x="236899" y="482755"/>
                  <a:pt x="260255" y="502731"/>
                </a:cubicBezTo>
                <a:cubicBezTo>
                  <a:pt x="266928" y="509389"/>
                  <a:pt x="276938" y="512719"/>
                  <a:pt x="283611" y="512719"/>
                </a:cubicBezTo>
                <a:cubicBezTo>
                  <a:pt x="306968" y="512719"/>
                  <a:pt x="326987" y="486084"/>
                  <a:pt x="333660" y="476096"/>
                </a:cubicBezTo>
                <a:cubicBezTo>
                  <a:pt x="333660" y="472767"/>
                  <a:pt x="336997" y="472767"/>
                  <a:pt x="336997" y="472767"/>
                </a:cubicBezTo>
                <a:cubicBezTo>
                  <a:pt x="343670" y="456120"/>
                  <a:pt x="353680" y="439473"/>
                  <a:pt x="360353" y="422827"/>
                </a:cubicBezTo>
                <a:cubicBezTo>
                  <a:pt x="400392" y="436144"/>
                  <a:pt x="420412" y="479425"/>
                  <a:pt x="433758" y="506060"/>
                </a:cubicBezTo>
                <a:cubicBezTo>
                  <a:pt x="427085" y="509389"/>
                  <a:pt x="423749" y="512719"/>
                  <a:pt x="420412" y="516048"/>
                </a:cubicBezTo>
                <a:cubicBezTo>
                  <a:pt x="407066" y="522707"/>
                  <a:pt x="377036" y="549342"/>
                  <a:pt x="373700" y="582635"/>
                </a:cubicBezTo>
                <a:cubicBezTo>
                  <a:pt x="370363" y="599282"/>
                  <a:pt x="377036" y="615928"/>
                  <a:pt x="390383" y="629246"/>
                </a:cubicBezTo>
                <a:cubicBezTo>
                  <a:pt x="397056" y="635904"/>
                  <a:pt x="407066" y="639234"/>
                  <a:pt x="420412" y="639234"/>
                </a:cubicBezTo>
                <a:cubicBezTo>
                  <a:pt x="430422" y="639234"/>
                  <a:pt x="443768" y="635904"/>
                  <a:pt x="453778" y="629246"/>
                </a:cubicBezTo>
                <a:cubicBezTo>
                  <a:pt x="477134" y="609270"/>
                  <a:pt x="487144" y="582635"/>
                  <a:pt x="483807" y="549342"/>
                </a:cubicBezTo>
                <a:cubicBezTo>
                  <a:pt x="480471" y="542683"/>
                  <a:pt x="480471" y="532695"/>
                  <a:pt x="477134" y="526036"/>
                </a:cubicBezTo>
                <a:cubicBezTo>
                  <a:pt x="483807" y="522707"/>
                  <a:pt x="487144" y="522707"/>
                  <a:pt x="490481" y="519377"/>
                </a:cubicBezTo>
                <a:cubicBezTo>
                  <a:pt x="513837" y="512719"/>
                  <a:pt x="543866" y="509389"/>
                  <a:pt x="577232" y="516048"/>
                </a:cubicBezTo>
                <a:cubicBezTo>
                  <a:pt x="583906" y="519377"/>
                  <a:pt x="587242" y="519377"/>
                  <a:pt x="593915" y="522707"/>
                </a:cubicBezTo>
                <a:cubicBezTo>
                  <a:pt x="593915" y="522707"/>
                  <a:pt x="590579" y="526036"/>
                  <a:pt x="590579" y="526036"/>
                </a:cubicBezTo>
                <a:cubicBezTo>
                  <a:pt x="570559" y="549342"/>
                  <a:pt x="547203" y="582635"/>
                  <a:pt x="550540" y="612599"/>
                </a:cubicBezTo>
                <a:cubicBezTo>
                  <a:pt x="550540" y="625916"/>
                  <a:pt x="557213" y="635904"/>
                  <a:pt x="570559" y="645892"/>
                </a:cubicBezTo>
                <a:cubicBezTo>
                  <a:pt x="593915" y="662539"/>
                  <a:pt x="617272" y="655880"/>
                  <a:pt x="637291" y="635904"/>
                </a:cubicBezTo>
                <a:cubicBezTo>
                  <a:pt x="657311" y="612599"/>
                  <a:pt x="667321" y="579306"/>
                  <a:pt x="663984" y="556000"/>
                </a:cubicBezTo>
                <a:cubicBezTo>
                  <a:pt x="663984" y="542683"/>
                  <a:pt x="657311" y="529365"/>
                  <a:pt x="650638" y="519377"/>
                </a:cubicBezTo>
                <a:cubicBezTo>
                  <a:pt x="677330" y="486084"/>
                  <a:pt x="710696" y="459449"/>
                  <a:pt x="740726" y="446132"/>
                </a:cubicBezTo>
                <a:cubicBezTo>
                  <a:pt x="747399" y="452791"/>
                  <a:pt x="750736" y="462779"/>
                  <a:pt x="754072" y="472767"/>
                </a:cubicBezTo>
                <a:cubicBezTo>
                  <a:pt x="767419" y="496072"/>
                  <a:pt x="790775" y="522707"/>
                  <a:pt x="820804" y="522707"/>
                </a:cubicBezTo>
                <a:cubicBezTo>
                  <a:pt x="830814" y="522707"/>
                  <a:pt x="840824" y="519377"/>
                  <a:pt x="850834" y="512719"/>
                </a:cubicBezTo>
                <a:cubicBezTo>
                  <a:pt x="864180" y="506060"/>
                  <a:pt x="870853" y="492743"/>
                  <a:pt x="874190" y="479425"/>
                </a:cubicBezTo>
                <a:cubicBezTo>
                  <a:pt x="874190" y="456120"/>
                  <a:pt x="860843" y="432815"/>
                  <a:pt x="844160" y="416168"/>
                </a:cubicBezTo>
                <a:cubicBezTo>
                  <a:pt x="820804" y="396192"/>
                  <a:pt x="794111" y="389533"/>
                  <a:pt x="760745" y="396192"/>
                </a:cubicBezTo>
                <a:cubicBezTo>
                  <a:pt x="707360" y="279665"/>
                  <a:pt x="660647" y="149821"/>
                  <a:pt x="617272" y="0"/>
                </a:cubicBezTo>
                <a:cubicBezTo>
                  <a:pt x="617272" y="0"/>
                  <a:pt x="617272" y="0"/>
                  <a:pt x="757409" y="0"/>
                </a:cubicBezTo>
                <a:cubicBezTo>
                  <a:pt x="774092" y="0"/>
                  <a:pt x="790775" y="13317"/>
                  <a:pt x="790775" y="33294"/>
                </a:cubicBezTo>
                <a:cubicBezTo>
                  <a:pt x="790775" y="33294"/>
                  <a:pt x="790775" y="33294"/>
                  <a:pt x="790775" y="139832"/>
                </a:cubicBezTo>
                <a:cubicBezTo>
                  <a:pt x="980961" y="226395"/>
                  <a:pt x="1114425" y="419497"/>
                  <a:pt x="1114425" y="642563"/>
                </a:cubicBezTo>
                <a:cubicBezTo>
                  <a:pt x="1114425" y="948863"/>
                  <a:pt x="864180" y="1198563"/>
                  <a:pt x="557213" y="1198563"/>
                </a:cubicBezTo>
                <a:cubicBezTo>
                  <a:pt x="250245" y="1198563"/>
                  <a:pt x="0" y="952192"/>
                  <a:pt x="0" y="645892"/>
                </a:cubicBezTo>
                <a:cubicBezTo>
                  <a:pt x="0" y="422827"/>
                  <a:pt x="133464" y="229725"/>
                  <a:pt x="323651" y="139832"/>
                </a:cubicBezTo>
                <a:cubicBezTo>
                  <a:pt x="323651" y="139832"/>
                  <a:pt x="323651" y="139832"/>
                  <a:pt x="323651" y="33294"/>
                </a:cubicBezTo>
                <a:cubicBezTo>
                  <a:pt x="323651" y="13317"/>
                  <a:pt x="336997" y="0"/>
                  <a:pt x="357017" y="0"/>
                </a:cubicBezTo>
                <a:close/>
              </a:path>
            </a:pathLst>
          </a:custGeom>
          <a:solidFill>
            <a:srgbClr val="FABF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3464628" y="-35936"/>
            <a:ext cx="1093082" cy="3234842"/>
            <a:chOff x="7556952" y="1"/>
            <a:chExt cx="1093082" cy="3234842"/>
          </a:xfrm>
        </p:grpSpPr>
        <p:sp>
          <p:nvSpPr>
            <p:cNvPr id="43" name="稻壳儿春秋广告/盗版必究        原创来源：http://chn.docer.com/works?userid=199329941#!/work_time"/>
            <p:cNvSpPr/>
            <p:nvPr/>
          </p:nvSpPr>
          <p:spPr bwMode="auto">
            <a:xfrm>
              <a:off x="7960982" y="2027550"/>
              <a:ext cx="298022" cy="246221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4" name="稻壳儿春秋广告/盗版必究        原创来源：http://chn.docer.com/works?userid=199329941#!/work_time"/>
            <p:cNvSpPr/>
            <p:nvPr/>
          </p:nvSpPr>
          <p:spPr bwMode="auto">
            <a:xfrm>
              <a:off x="7613957" y="2424783"/>
              <a:ext cx="124009" cy="9400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5" name="稻壳儿春秋广告/盗版必究        原创来源：http://chn.docer.com/works?userid=199329941#!/work_time"/>
            <p:cNvSpPr/>
            <p:nvPr/>
          </p:nvSpPr>
          <p:spPr bwMode="auto">
            <a:xfrm>
              <a:off x="8482021" y="2422782"/>
              <a:ext cx="124009" cy="9400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6" name="稻壳儿春秋广告/盗版必究        原创来源：http://chn.docer.com/works?userid=199329941#!/work_time"/>
            <p:cNvSpPr/>
            <p:nvPr/>
          </p:nvSpPr>
          <p:spPr bwMode="auto">
            <a:xfrm>
              <a:off x="7556952" y="2756807"/>
              <a:ext cx="143011" cy="75006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7" name="稻壳儿春秋广告/盗版必究        原创来源：http://chn.docer.com/works?userid=199329941#!/work_time"/>
            <p:cNvSpPr/>
            <p:nvPr/>
          </p:nvSpPr>
          <p:spPr bwMode="auto">
            <a:xfrm>
              <a:off x="8520024" y="2751807"/>
              <a:ext cx="130010" cy="7600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8" name="稻壳儿春秋广告/盗版必究        原创来源：http://chn.docer.com/works?userid=199329941#!/work_time"/>
            <p:cNvSpPr/>
            <p:nvPr/>
          </p:nvSpPr>
          <p:spPr bwMode="auto">
            <a:xfrm>
              <a:off x="7750966" y="3005826"/>
              <a:ext cx="109008" cy="120009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9" name="稻壳儿春秋广告/盗版必究        原创来源：http://chn.docer.com/works?userid=199329941#!/work_time"/>
            <p:cNvSpPr/>
            <p:nvPr/>
          </p:nvSpPr>
          <p:spPr bwMode="auto">
            <a:xfrm>
              <a:off x="8364013" y="3007826"/>
              <a:ext cx="105008" cy="118009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0" name="稻壳儿春秋广告/盗版必究        原创来源：http://chn.docer.com/works?userid=199329941#!/work_time"/>
            <p:cNvSpPr/>
            <p:nvPr/>
          </p:nvSpPr>
          <p:spPr bwMode="auto">
            <a:xfrm>
              <a:off x="8082991" y="3106833"/>
              <a:ext cx="54004" cy="128010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1" name="稻壳儿春秋广告/盗版必究        原创来源：http://chn.docer.com/works?userid=199329941#!/work_time"/>
            <p:cNvSpPr/>
            <p:nvPr/>
          </p:nvSpPr>
          <p:spPr bwMode="auto">
            <a:xfrm>
              <a:off x="7758967" y="2288772"/>
              <a:ext cx="702052" cy="755057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3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8098618" y="1"/>
              <a:ext cx="22750" cy="20385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942377" y="0"/>
            <a:ext cx="1554099" cy="3936235"/>
            <a:chOff x="942377" y="0"/>
            <a:chExt cx="1554099" cy="3936235"/>
          </a:xfrm>
        </p:grpSpPr>
        <p:sp>
          <p:nvSpPr>
            <p:cNvPr id="32" name="稻壳儿春秋广告/盗版必究        原创来源：http://chn.docer.com/works?userid=199329941#!/work_time"/>
            <p:cNvSpPr/>
            <p:nvPr/>
          </p:nvSpPr>
          <p:spPr bwMode="auto">
            <a:xfrm>
              <a:off x="1516810" y="2219755"/>
              <a:ext cx="423716" cy="350066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3" name="稻壳儿春秋广告/盗版必究        原创来源：http://chn.docer.com/works?userid=199329941#!/work_time"/>
            <p:cNvSpPr/>
            <p:nvPr/>
          </p:nvSpPr>
          <p:spPr bwMode="auto">
            <a:xfrm>
              <a:off x="1023424" y="2784524"/>
              <a:ext cx="176311" cy="133655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4" name="稻壳儿春秋广告/盗版必究        原创来源：http://chn.docer.com/works?userid=199329941#!/work_time"/>
            <p:cNvSpPr/>
            <p:nvPr/>
          </p:nvSpPr>
          <p:spPr bwMode="auto">
            <a:xfrm>
              <a:off x="2257603" y="2781680"/>
              <a:ext cx="176311" cy="133655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5" name="稻壳儿春秋广告/盗版必究        原创来源：http://chn.docer.com/works?userid=199329941#!/work_time"/>
            <p:cNvSpPr/>
            <p:nvPr/>
          </p:nvSpPr>
          <p:spPr bwMode="auto">
            <a:xfrm>
              <a:off x="942377" y="3256583"/>
              <a:ext cx="203327" cy="106640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6" name="稻壳儿春秋广告/盗版必究        原创来源：http://chn.docer.com/works?userid=199329941#!/work_time"/>
            <p:cNvSpPr/>
            <p:nvPr/>
          </p:nvSpPr>
          <p:spPr bwMode="auto">
            <a:xfrm>
              <a:off x="2311634" y="3249474"/>
              <a:ext cx="184842" cy="108062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7" name="稻壳儿春秋广告/盗版必究        原创来源：http://chn.docer.com/works?userid=199329941#!/work_time"/>
            <p:cNvSpPr/>
            <p:nvPr/>
          </p:nvSpPr>
          <p:spPr bwMode="auto">
            <a:xfrm>
              <a:off x="1218219" y="3610627"/>
              <a:ext cx="154984" cy="170624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8" name="稻壳儿春秋广告/盗版必究        原创来源：http://chn.docer.com/works?userid=199329941#!/work_time"/>
            <p:cNvSpPr/>
            <p:nvPr/>
          </p:nvSpPr>
          <p:spPr bwMode="auto">
            <a:xfrm>
              <a:off x="2089823" y="3613471"/>
              <a:ext cx="149296" cy="167780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9" name="稻壳儿春秋广告/盗版必究        原创来源：http://chn.docer.com/works?userid=199329941#!/work_time"/>
            <p:cNvSpPr/>
            <p:nvPr/>
          </p:nvSpPr>
          <p:spPr bwMode="auto">
            <a:xfrm>
              <a:off x="1690278" y="3754236"/>
              <a:ext cx="76781" cy="181999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0" name="稻壳儿春秋广告/盗版必究        原创来源：http://chn.docer.com/works?userid=199329941#!/work_time"/>
            <p:cNvSpPr/>
            <p:nvPr/>
          </p:nvSpPr>
          <p:spPr bwMode="auto">
            <a:xfrm>
              <a:off x="1229594" y="2591150"/>
              <a:ext cx="998149" cy="1073509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1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1717294" y="0"/>
              <a:ext cx="22750" cy="22470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4" name="稻壳儿春秋广告/盗版必究        原创来源：http://chn.docer.com/works?userid=199329941#!/work_time"/>
          <p:cNvSpPr>
            <a:spLocks noChangeArrowheads="1"/>
          </p:cNvSpPr>
          <p:nvPr/>
        </p:nvSpPr>
        <p:spPr bwMode="auto">
          <a:xfrm>
            <a:off x="10298358" y="-35936"/>
            <a:ext cx="25400" cy="319753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4" name="稻壳儿春秋广告/盗版必究        原创来源：http://chn.docer.com/works?userid=199329941#!/work_time"/>
          <p:cNvSpPr txBox="1"/>
          <p:nvPr/>
        </p:nvSpPr>
        <p:spPr>
          <a:xfrm flipH="1">
            <a:off x="0" y="5202555"/>
            <a:ext cx="121913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UMA Authorization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Custom Policies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Permission Based View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55" name="稻壳儿春秋广告/盗版必究        原创来源：http://chn.docer.com/works?userid=199329941#!/work_time"/>
          <p:cNvSpPr txBox="1"/>
          <p:nvPr/>
        </p:nvSpPr>
        <p:spPr>
          <a:xfrm flipH="1">
            <a:off x="3722370" y="4249420"/>
            <a:ext cx="474726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Advanced Customization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ABF24"/>
              </a:solidFill>
              <a:effectLst/>
              <a:uLnTx/>
              <a:uFillTx/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  <a:sym typeface="+mn-lt"/>
            </a:endParaRPr>
          </a:p>
        </p:txBody>
      </p:sp>
      <p:sp>
        <p:nvSpPr>
          <p:cNvPr id="56" name="稻壳儿春秋广告/盗版必究        原创来源：http://chn.docer.com/works?userid=199329941#!/work_time"/>
          <p:cNvSpPr txBox="1"/>
          <p:nvPr/>
        </p:nvSpPr>
        <p:spPr>
          <a:xfrm flipH="1">
            <a:off x="5141503" y="3357536"/>
            <a:ext cx="190899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ABF24"/>
                </a:solidFill>
                <a:effectLst/>
                <a:uLnTx/>
                <a:uFillTx/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Part 3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ABF24"/>
              </a:solidFill>
              <a:effectLst/>
              <a:uLnTx/>
              <a:uFillTx/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  <a:sym typeface="+mn-lt"/>
            </a:endParaRPr>
          </a:p>
        </p:txBody>
      </p:sp>
      <p:cxnSp>
        <p:nvCxnSpPr>
          <p:cNvPr id="57" name="稻壳儿春秋广告/盗版必究        原创来源：http://chn.docer.com/works?userid=199329941#!/work_time"/>
          <p:cNvCxnSpPr/>
          <p:nvPr/>
        </p:nvCxnSpPr>
        <p:spPr>
          <a:xfrm>
            <a:off x="5968645" y="4158987"/>
            <a:ext cx="254711" cy="0"/>
          </a:xfrm>
          <a:prstGeom prst="line">
            <a:avLst/>
          </a:prstGeom>
          <a:ln w="28575">
            <a:solidFill>
              <a:srgbClr val="FAB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10837058" y="0"/>
            <a:ext cx="793664" cy="1216710"/>
            <a:chOff x="1213556" y="1559117"/>
            <a:chExt cx="1093082" cy="1675726"/>
          </a:xfrm>
        </p:grpSpPr>
        <p:sp>
          <p:nvSpPr>
            <p:cNvPr id="54" name="稻壳儿春秋广告/盗版必究        原创来源：http://chn.docer.com/works?userid=199329941#!/work_time"/>
            <p:cNvSpPr/>
            <p:nvPr/>
          </p:nvSpPr>
          <p:spPr bwMode="auto">
            <a:xfrm>
              <a:off x="1617586" y="2027550"/>
              <a:ext cx="298022" cy="246221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5" name="稻壳儿春秋广告/盗版必究        原创来源：http://chn.docer.com/works?userid=199329941#!/work_time"/>
            <p:cNvSpPr/>
            <p:nvPr/>
          </p:nvSpPr>
          <p:spPr bwMode="auto">
            <a:xfrm>
              <a:off x="1270561" y="2424783"/>
              <a:ext cx="124009" cy="9400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稻壳儿春秋广告/盗版必究        原创来源：http://chn.docer.com/works?userid=199329941#!/work_time"/>
            <p:cNvSpPr/>
            <p:nvPr/>
          </p:nvSpPr>
          <p:spPr bwMode="auto">
            <a:xfrm>
              <a:off x="2138625" y="2422782"/>
              <a:ext cx="124009" cy="9400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稻壳儿春秋广告/盗版必究        原创来源：http://chn.docer.com/works?userid=199329941#!/work_time"/>
            <p:cNvSpPr/>
            <p:nvPr/>
          </p:nvSpPr>
          <p:spPr bwMode="auto">
            <a:xfrm>
              <a:off x="1213556" y="2756807"/>
              <a:ext cx="143011" cy="75006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稻壳儿春秋广告/盗版必究        原创来源：http://chn.docer.com/works?userid=199329941#!/work_time"/>
            <p:cNvSpPr/>
            <p:nvPr/>
          </p:nvSpPr>
          <p:spPr bwMode="auto">
            <a:xfrm>
              <a:off x="2176628" y="2751807"/>
              <a:ext cx="130010" cy="7600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稻壳儿春秋广告/盗版必究        原创来源：http://chn.docer.com/works?userid=199329941#!/work_time"/>
            <p:cNvSpPr/>
            <p:nvPr/>
          </p:nvSpPr>
          <p:spPr bwMode="auto">
            <a:xfrm>
              <a:off x="1407570" y="3005826"/>
              <a:ext cx="109008" cy="120009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稻壳儿春秋广告/盗版必究        原创来源：http://chn.docer.com/works?userid=199329941#!/work_time"/>
            <p:cNvSpPr/>
            <p:nvPr/>
          </p:nvSpPr>
          <p:spPr bwMode="auto">
            <a:xfrm>
              <a:off x="2020617" y="3007826"/>
              <a:ext cx="105008" cy="118009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稻壳儿春秋广告/盗版必究        原创来源：http://chn.docer.com/works?userid=199329941#!/work_time"/>
            <p:cNvSpPr/>
            <p:nvPr/>
          </p:nvSpPr>
          <p:spPr bwMode="auto">
            <a:xfrm>
              <a:off x="1739595" y="3106833"/>
              <a:ext cx="54004" cy="128010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稻壳儿春秋广告/盗版必究        原创来源：http://chn.docer.com/works?userid=199329941#!/work_time"/>
            <p:cNvSpPr/>
            <p:nvPr/>
          </p:nvSpPr>
          <p:spPr bwMode="auto">
            <a:xfrm>
              <a:off x="1415571" y="2288772"/>
              <a:ext cx="702052" cy="755057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65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1755222" y="1559117"/>
              <a:ext cx="22750" cy="4794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0281886" y="0"/>
            <a:ext cx="496626" cy="656655"/>
            <a:chOff x="9591675" y="211424"/>
            <a:chExt cx="496626" cy="656655"/>
          </a:xfrm>
        </p:grpSpPr>
        <p:grpSp>
          <p:nvGrpSpPr>
            <p:cNvPr id="4" name="组合 3"/>
            <p:cNvGrpSpPr/>
            <p:nvPr/>
          </p:nvGrpSpPr>
          <p:grpSpPr>
            <a:xfrm>
              <a:off x="9591675" y="319563"/>
              <a:ext cx="496626" cy="548516"/>
              <a:chOff x="9443156" y="340120"/>
              <a:chExt cx="793664" cy="876590"/>
            </a:xfrm>
          </p:grpSpPr>
          <p:sp>
            <p:nvSpPr>
              <p:cNvPr id="67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736514" y="340120"/>
                <a:ext cx="216388" cy="178776"/>
              </a:xfrm>
              <a:custGeom>
                <a:avLst/>
                <a:gdLst>
                  <a:gd name="connsiteX0" fmla="*/ 29984 w 473075"/>
                  <a:gd name="connsiteY0" fmla="*/ 320996 h 390846"/>
                  <a:gd name="connsiteX1" fmla="*/ 443092 w 473075"/>
                  <a:gd name="connsiteY1" fmla="*/ 320996 h 390846"/>
                  <a:gd name="connsiteX2" fmla="*/ 473075 w 473075"/>
                  <a:gd name="connsiteY2" fmla="*/ 357584 h 390846"/>
                  <a:gd name="connsiteX3" fmla="*/ 443092 w 473075"/>
                  <a:gd name="connsiteY3" fmla="*/ 390846 h 390846"/>
                  <a:gd name="connsiteX4" fmla="*/ 29984 w 473075"/>
                  <a:gd name="connsiteY4" fmla="*/ 390846 h 390846"/>
                  <a:gd name="connsiteX5" fmla="*/ 0 w 473075"/>
                  <a:gd name="connsiteY5" fmla="*/ 357584 h 390846"/>
                  <a:gd name="connsiteX6" fmla="*/ 29984 w 473075"/>
                  <a:gd name="connsiteY6" fmla="*/ 320996 h 390846"/>
                  <a:gd name="connsiteX7" fmla="*/ 29984 w 473075"/>
                  <a:gd name="connsiteY7" fmla="*/ 227334 h 390846"/>
                  <a:gd name="connsiteX8" fmla="*/ 443092 w 473075"/>
                  <a:gd name="connsiteY8" fmla="*/ 227334 h 390846"/>
                  <a:gd name="connsiteX9" fmla="*/ 473075 w 473075"/>
                  <a:gd name="connsiteY9" fmla="*/ 260671 h 390846"/>
                  <a:gd name="connsiteX10" fmla="*/ 443092 w 473075"/>
                  <a:gd name="connsiteY10" fmla="*/ 294009 h 390846"/>
                  <a:gd name="connsiteX11" fmla="*/ 29984 w 473075"/>
                  <a:gd name="connsiteY11" fmla="*/ 294009 h 390846"/>
                  <a:gd name="connsiteX12" fmla="*/ 0 w 473075"/>
                  <a:gd name="connsiteY12" fmla="*/ 260671 h 390846"/>
                  <a:gd name="connsiteX13" fmla="*/ 29984 w 473075"/>
                  <a:gd name="connsiteY13" fmla="*/ 227334 h 390846"/>
                  <a:gd name="connsiteX14" fmla="*/ 242865 w 473075"/>
                  <a:gd name="connsiteY14" fmla="*/ 359 h 390846"/>
                  <a:gd name="connsiteX15" fmla="*/ 319932 w 473075"/>
                  <a:gd name="connsiteY15" fmla="*/ 7427 h 390846"/>
                  <a:gd name="connsiteX16" fmla="*/ 353258 w 473075"/>
                  <a:gd name="connsiteY16" fmla="*/ 40689 h 390846"/>
                  <a:gd name="connsiteX17" fmla="*/ 396583 w 473075"/>
                  <a:gd name="connsiteY17" fmla="*/ 130496 h 390846"/>
                  <a:gd name="connsiteX18" fmla="*/ 443239 w 473075"/>
                  <a:gd name="connsiteY18" fmla="*/ 130496 h 390846"/>
                  <a:gd name="connsiteX19" fmla="*/ 469900 w 473075"/>
                  <a:gd name="connsiteY19" fmla="*/ 163758 h 390846"/>
                  <a:gd name="connsiteX20" fmla="*/ 443239 w 473075"/>
                  <a:gd name="connsiteY20" fmla="*/ 200346 h 390846"/>
                  <a:gd name="connsiteX21" fmla="*/ 29994 w 473075"/>
                  <a:gd name="connsiteY21" fmla="*/ 200346 h 390846"/>
                  <a:gd name="connsiteX22" fmla="*/ 0 w 473075"/>
                  <a:gd name="connsiteY22" fmla="*/ 167084 h 390846"/>
                  <a:gd name="connsiteX23" fmla="*/ 29994 w 473075"/>
                  <a:gd name="connsiteY23" fmla="*/ 130496 h 390846"/>
                  <a:gd name="connsiteX24" fmla="*/ 63320 w 473075"/>
                  <a:gd name="connsiteY24" fmla="*/ 130496 h 390846"/>
                  <a:gd name="connsiteX25" fmla="*/ 109977 w 473075"/>
                  <a:gd name="connsiteY25" fmla="*/ 44015 h 390846"/>
                  <a:gd name="connsiteX26" fmla="*/ 143303 w 473075"/>
                  <a:gd name="connsiteY26" fmla="*/ 10753 h 390846"/>
                  <a:gd name="connsiteX27" fmla="*/ 242865 w 473075"/>
                  <a:gd name="connsiteY27" fmla="*/ 359 h 390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3075" h="390846">
                    <a:moveTo>
                      <a:pt x="29984" y="320996"/>
                    </a:moveTo>
                    <a:cubicBezTo>
                      <a:pt x="29984" y="320996"/>
                      <a:pt x="29984" y="320996"/>
                      <a:pt x="443092" y="320996"/>
                    </a:cubicBezTo>
                    <a:cubicBezTo>
                      <a:pt x="459749" y="320996"/>
                      <a:pt x="473075" y="337627"/>
                      <a:pt x="473075" y="357584"/>
                    </a:cubicBezTo>
                    <a:cubicBezTo>
                      <a:pt x="473075" y="374215"/>
                      <a:pt x="459749" y="390846"/>
                      <a:pt x="443092" y="390846"/>
                    </a:cubicBezTo>
                    <a:cubicBezTo>
                      <a:pt x="443092" y="390846"/>
                      <a:pt x="443092" y="390846"/>
                      <a:pt x="29984" y="390846"/>
                    </a:cubicBezTo>
                    <a:cubicBezTo>
                      <a:pt x="13326" y="390846"/>
                      <a:pt x="0" y="374215"/>
                      <a:pt x="0" y="357584"/>
                    </a:cubicBezTo>
                    <a:cubicBezTo>
                      <a:pt x="0" y="337627"/>
                      <a:pt x="13326" y="320996"/>
                      <a:pt x="29984" y="320996"/>
                    </a:cubicBezTo>
                    <a:close/>
                    <a:moveTo>
                      <a:pt x="29984" y="227334"/>
                    </a:moveTo>
                    <a:cubicBezTo>
                      <a:pt x="29984" y="227334"/>
                      <a:pt x="29984" y="227334"/>
                      <a:pt x="443092" y="227334"/>
                    </a:cubicBezTo>
                    <a:cubicBezTo>
                      <a:pt x="459749" y="227334"/>
                      <a:pt x="469744" y="240669"/>
                      <a:pt x="473075" y="260671"/>
                    </a:cubicBezTo>
                    <a:cubicBezTo>
                      <a:pt x="473075" y="280674"/>
                      <a:pt x="459749" y="294009"/>
                      <a:pt x="443092" y="294009"/>
                    </a:cubicBezTo>
                    <a:cubicBezTo>
                      <a:pt x="443092" y="294009"/>
                      <a:pt x="443092" y="294009"/>
                      <a:pt x="29984" y="294009"/>
                    </a:cubicBezTo>
                    <a:cubicBezTo>
                      <a:pt x="13326" y="294009"/>
                      <a:pt x="0" y="280674"/>
                      <a:pt x="0" y="260671"/>
                    </a:cubicBezTo>
                    <a:cubicBezTo>
                      <a:pt x="0" y="244003"/>
                      <a:pt x="13326" y="227334"/>
                      <a:pt x="29984" y="227334"/>
                    </a:cubicBezTo>
                    <a:close/>
                    <a:moveTo>
                      <a:pt x="242865" y="359"/>
                    </a:moveTo>
                    <a:cubicBezTo>
                      <a:pt x="280774" y="1606"/>
                      <a:pt x="314933" y="5764"/>
                      <a:pt x="319932" y="7427"/>
                    </a:cubicBezTo>
                    <a:cubicBezTo>
                      <a:pt x="329930" y="10753"/>
                      <a:pt x="353258" y="40689"/>
                      <a:pt x="353258" y="40689"/>
                    </a:cubicBezTo>
                    <a:cubicBezTo>
                      <a:pt x="353258" y="40689"/>
                      <a:pt x="353258" y="40689"/>
                      <a:pt x="396583" y="130496"/>
                    </a:cubicBezTo>
                    <a:cubicBezTo>
                      <a:pt x="396583" y="130496"/>
                      <a:pt x="396583" y="130496"/>
                      <a:pt x="443239" y="130496"/>
                    </a:cubicBezTo>
                    <a:cubicBezTo>
                      <a:pt x="456570" y="130496"/>
                      <a:pt x="469900" y="147127"/>
                      <a:pt x="469900" y="163758"/>
                    </a:cubicBezTo>
                    <a:cubicBezTo>
                      <a:pt x="469900" y="183715"/>
                      <a:pt x="456570" y="200346"/>
                      <a:pt x="443239" y="200346"/>
                    </a:cubicBezTo>
                    <a:cubicBezTo>
                      <a:pt x="443239" y="200346"/>
                      <a:pt x="443239" y="200346"/>
                      <a:pt x="29994" y="200346"/>
                    </a:cubicBezTo>
                    <a:cubicBezTo>
                      <a:pt x="13331" y="200346"/>
                      <a:pt x="0" y="183715"/>
                      <a:pt x="0" y="167084"/>
                    </a:cubicBezTo>
                    <a:cubicBezTo>
                      <a:pt x="0" y="147127"/>
                      <a:pt x="13331" y="130496"/>
                      <a:pt x="29994" y="130496"/>
                    </a:cubicBezTo>
                    <a:cubicBezTo>
                      <a:pt x="29994" y="130496"/>
                      <a:pt x="29994" y="130496"/>
                      <a:pt x="63320" y="130496"/>
                    </a:cubicBezTo>
                    <a:cubicBezTo>
                      <a:pt x="73318" y="110539"/>
                      <a:pt x="96646" y="67298"/>
                      <a:pt x="109977" y="44015"/>
                    </a:cubicBezTo>
                    <a:cubicBezTo>
                      <a:pt x="123307" y="14079"/>
                      <a:pt x="143303" y="10753"/>
                      <a:pt x="143303" y="10753"/>
                    </a:cubicBezTo>
                    <a:cubicBezTo>
                      <a:pt x="163299" y="775"/>
                      <a:pt x="204957" y="-889"/>
                      <a:pt x="242865" y="359"/>
                    </a:cubicBezTo>
                    <a:close/>
                  </a:path>
                </a:pathLst>
              </a:custGeom>
              <a:solidFill>
                <a:srgbClr val="F7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68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484546" y="628542"/>
                <a:ext cx="90040" cy="68257"/>
              </a:xfrm>
              <a:custGeom>
                <a:avLst/>
                <a:gdLst>
                  <a:gd name="T0" fmla="*/ 7 w 59"/>
                  <a:gd name="T1" fmla="*/ 26 h 45"/>
                  <a:gd name="T2" fmla="*/ 38 w 59"/>
                  <a:gd name="T3" fmla="*/ 42 h 45"/>
                  <a:gd name="T4" fmla="*/ 56 w 59"/>
                  <a:gd name="T5" fmla="*/ 37 h 45"/>
                  <a:gd name="T6" fmla="*/ 56 w 59"/>
                  <a:gd name="T7" fmla="*/ 37 h 45"/>
                  <a:gd name="T8" fmla="*/ 51 w 59"/>
                  <a:gd name="T9" fmla="*/ 19 h 45"/>
                  <a:gd name="T10" fmla="*/ 20 w 59"/>
                  <a:gd name="T11" fmla="*/ 3 h 45"/>
                  <a:gd name="T12" fmla="*/ 2 w 59"/>
                  <a:gd name="T13" fmla="*/ 8 h 45"/>
                  <a:gd name="T14" fmla="*/ 0 w 59"/>
                  <a:gd name="T15" fmla="*/ 15 h 45"/>
                  <a:gd name="T16" fmla="*/ 7 w 59"/>
                  <a:gd name="T17" fmla="*/ 2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5">
                    <a:moveTo>
                      <a:pt x="7" y="26"/>
                    </a:moveTo>
                    <a:cubicBezTo>
                      <a:pt x="17" y="31"/>
                      <a:pt x="28" y="36"/>
                      <a:pt x="38" y="42"/>
                    </a:cubicBezTo>
                    <a:cubicBezTo>
                      <a:pt x="44" y="45"/>
                      <a:pt x="53" y="43"/>
                      <a:pt x="56" y="37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9" y="30"/>
                      <a:pt x="58" y="22"/>
                      <a:pt x="51" y="19"/>
                    </a:cubicBezTo>
                    <a:cubicBezTo>
                      <a:pt x="41" y="13"/>
                      <a:pt x="30" y="8"/>
                      <a:pt x="20" y="3"/>
                    </a:cubicBezTo>
                    <a:cubicBezTo>
                      <a:pt x="14" y="0"/>
                      <a:pt x="5" y="2"/>
                      <a:pt x="2" y="8"/>
                    </a:cubicBezTo>
                    <a:cubicBezTo>
                      <a:pt x="1" y="10"/>
                      <a:pt x="0" y="13"/>
                      <a:pt x="0" y="15"/>
                    </a:cubicBezTo>
                    <a:cubicBezTo>
                      <a:pt x="1" y="20"/>
                      <a:pt x="3" y="24"/>
                      <a:pt x="7" y="26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114829" y="627089"/>
                <a:ext cx="90040" cy="68257"/>
              </a:xfrm>
              <a:custGeom>
                <a:avLst/>
                <a:gdLst>
                  <a:gd name="T0" fmla="*/ 3 w 59"/>
                  <a:gd name="T1" fmla="*/ 38 h 45"/>
                  <a:gd name="T2" fmla="*/ 21 w 59"/>
                  <a:gd name="T3" fmla="*/ 42 h 45"/>
                  <a:gd name="T4" fmla="*/ 52 w 59"/>
                  <a:gd name="T5" fmla="*/ 26 h 45"/>
                  <a:gd name="T6" fmla="*/ 59 w 59"/>
                  <a:gd name="T7" fmla="*/ 16 h 45"/>
                  <a:gd name="T8" fmla="*/ 57 w 59"/>
                  <a:gd name="T9" fmla="*/ 8 h 45"/>
                  <a:gd name="T10" fmla="*/ 39 w 59"/>
                  <a:gd name="T11" fmla="*/ 4 h 45"/>
                  <a:gd name="T12" fmla="*/ 8 w 59"/>
                  <a:gd name="T13" fmla="*/ 19 h 45"/>
                  <a:gd name="T14" fmla="*/ 3 w 59"/>
                  <a:gd name="T15" fmla="*/ 37 h 45"/>
                  <a:gd name="T16" fmla="*/ 3 w 59"/>
                  <a:gd name="T17" fmla="*/ 3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5">
                    <a:moveTo>
                      <a:pt x="3" y="38"/>
                    </a:moveTo>
                    <a:cubicBezTo>
                      <a:pt x="6" y="44"/>
                      <a:pt x="15" y="45"/>
                      <a:pt x="21" y="42"/>
                    </a:cubicBezTo>
                    <a:cubicBezTo>
                      <a:pt x="31" y="37"/>
                      <a:pt x="42" y="32"/>
                      <a:pt x="52" y="26"/>
                    </a:cubicBezTo>
                    <a:cubicBezTo>
                      <a:pt x="56" y="24"/>
                      <a:pt x="58" y="20"/>
                      <a:pt x="59" y="16"/>
                    </a:cubicBezTo>
                    <a:cubicBezTo>
                      <a:pt x="59" y="13"/>
                      <a:pt x="58" y="11"/>
                      <a:pt x="57" y="8"/>
                    </a:cubicBezTo>
                    <a:cubicBezTo>
                      <a:pt x="54" y="2"/>
                      <a:pt x="45" y="0"/>
                      <a:pt x="39" y="4"/>
                    </a:cubicBezTo>
                    <a:cubicBezTo>
                      <a:pt x="28" y="9"/>
                      <a:pt x="18" y="14"/>
                      <a:pt x="8" y="19"/>
                    </a:cubicBezTo>
                    <a:cubicBezTo>
                      <a:pt x="1" y="23"/>
                      <a:pt x="0" y="31"/>
                      <a:pt x="3" y="37"/>
                    </a:cubicBezTo>
                    <a:cubicBezTo>
                      <a:pt x="3" y="37"/>
                      <a:pt x="3" y="37"/>
                      <a:pt x="3" y="38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443156" y="869618"/>
                <a:ext cx="103837" cy="54460"/>
              </a:xfrm>
              <a:custGeom>
                <a:avLst/>
                <a:gdLst>
                  <a:gd name="T0" fmla="*/ 24 w 68"/>
                  <a:gd name="T1" fmla="*/ 33 h 36"/>
                  <a:gd name="T2" fmla="*/ 58 w 68"/>
                  <a:gd name="T3" fmla="*/ 26 h 36"/>
                  <a:gd name="T4" fmla="*/ 65 w 68"/>
                  <a:gd name="T5" fmla="*/ 21 h 36"/>
                  <a:gd name="T6" fmla="*/ 67 w 68"/>
                  <a:gd name="T7" fmla="*/ 17 h 36"/>
                  <a:gd name="T8" fmla="*/ 67 w 68"/>
                  <a:gd name="T9" fmla="*/ 10 h 36"/>
                  <a:gd name="T10" fmla="*/ 67 w 68"/>
                  <a:gd name="T11" fmla="*/ 9 h 36"/>
                  <a:gd name="T12" fmla="*/ 56 w 68"/>
                  <a:gd name="T13" fmla="*/ 0 h 36"/>
                  <a:gd name="T14" fmla="*/ 51 w 68"/>
                  <a:gd name="T15" fmla="*/ 0 h 36"/>
                  <a:gd name="T16" fmla="*/ 17 w 68"/>
                  <a:gd name="T17" fmla="*/ 8 h 36"/>
                  <a:gd name="T18" fmla="*/ 24 w 68"/>
                  <a:gd name="T19" fmla="*/ 3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36">
                    <a:moveTo>
                      <a:pt x="24" y="33"/>
                    </a:moveTo>
                    <a:cubicBezTo>
                      <a:pt x="35" y="31"/>
                      <a:pt x="47" y="28"/>
                      <a:pt x="58" y="26"/>
                    </a:cubicBezTo>
                    <a:cubicBezTo>
                      <a:pt x="61" y="25"/>
                      <a:pt x="64" y="23"/>
                      <a:pt x="65" y="21"/>
                    </a:cubicBezTo>
                    <a:cubicBezTo>
                      <a:pt x="66" y="19"/>
                      <a:pt x="67" y="18"/>
                      <a:pt x="67" y="17"/>
                    </a:cubicBezTo>
                    <a:cubicBezTo>
                      <a:pt x="68" y="14"/>
                      <a:pt x="68" y="12"/>
                      <a:pt x="67" y="10"/>
                    </a:cubicBezTo>
                    <a:cubicBezTo>
                      <a:pt x="67" y="10"/>
                      <a:pt x="67" y="9"/>
                      <a:pt x="67" y="9"/>
                    </a:cubicBezTo>
                    <a:cubicBezTo>
                      <a:pt x="66" y="3"/>
                      <a:pt x="61" y="0"/>
                      <a:pt x="56" y="0"/>
                    </a:cubicBezTo>
                    <a:cubicBezTo>
                      <a:pt x="55" y="0"/>
                      <a:pt x="53" y="0"/>
                      <a:pt x="51" y="0"/>
                    </a:cubicBezTo>
                    <a:cubicBezTo>
                      <a:pt x="40" y="3"/>
                      <a:pt x="28" y="5"/>
                      <a:pt x="17" y="8"/>
                    </a:cubicBezTo>
                    <a:cubicBezTo>
                      <a:pt x="0" y="11"/>
                      <a:pt x="7" y="36"/>
                      <a:pt x="24" y="33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142422" y="865988"/>
                <a:ext cx="94398" cy="55186"/>
              </a:xfrm>
              <a:custGeom>
                <a:avLst/>
                <a:gdLst>
                  <a:gd name="T0" fmla="*/ 1 w 62"/>
                  <a:gd name="T1" fmla="*/ 13 h 36"/>
                  <a:gd name="T2" fmla="*/ 10 w 62"/>
                  <a:gd name="T3" fmla="*/ 27 h 36"/>
                  <a:gd name="T4" fmla="*/ 44 w 62"/>
                  <a:gd name="T5" fmla="*/ 35 h 36"/>
                  <a:gd name="T6" fmla="*/ 60 w 62"/>
                  <a:gd name="T7" fmla="*/ 26 h 36"/>
                  <a:gd name="T8" fmla="*/ 61 w 62"/>
                  <a:gd name="T9" fmla="*/ 25 h 36"/>
                  <a:gd name="T10" fmla="*/ 51 w 62"/>
                  <a:gd name="T11" fmla="*/ 9 h 36"/>
                  <a:gd name="T12" fmla="*/ 17 w 62"/>
                  <a:gd name="T13" fmla="*/ 2 h 36"/>
                  <a:gd name="T14" fmla="*/ 1 w 62"/>
                  <a:gd name="T15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36">
                    <a:moveTo>
                      <a:pt x="1" y="13"/>
                    </a:moveTo>
                    <a:cubicBezTo>
                      <a:pt x="0" y="19"/>
                      <a:pt x="2" y="26"/>
                      <a:pt x="10" y="27"/>
                    </a:cubicBezTo>
                    <a:cubicBezTo>
                      <a:pt x="22" y="30"/>
                      <a:pt x="33" y="32"/>
                      <a:pt x="44" y="35"/>
                    </a:cubicBezTo>
                    <a:cubicBezTo>
                      <a:pt x="51" y="36"/>
                      <a:pt x="59" y="33"/>
                      <a:pt x="60" y="26"/>
                    </a:cubicBezTo>
                    <a:cubicBezTo>
                      <a:pt x="60" y="25"/>
                      <a:pt x="60" y="25"/>
                      <a:pt x="61" y="25"/>
                    </a:cubicBezTo>
                    <a:cubicBezTo>
                      <a:pt x="62" y="19"/>
                      <a:pt x="59" y="11"/>
                      <a:pt x="51" y="9"/>
                    </a:cubicBezTo>
                    <a:cubicBezTo>
                      <a:pt x="40" y="7"/>
                      <a:pt x="29" y="4"/>
                      <a:pt x="17" y="2"/>
                    </a:cubicBezTo>
                    <a:cubicBezTo>
                      <a:pt x="8" y="0"/>
                      <a:pt x="2" y="6"/>
                      <a:pt x="1" y="13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584026" y="1050425"/>
                <a:ext cx="79148" cy="87136"/>
              </a:xfrm>
              <a:custGeom>
                <a:avLst/>
                <a:gdLst>
                  <a:gd name="T0" fmla="*/ 6 w 52"/>
                  <a:gd name="T1" fmla="*/ 51 h 57"/>
                  <a:gd name="T2" fmla="*/ 6 w 52"/>
                  <a:gd name="T3" fmla="*/ 51 h 57"/>
                  <a:gd name="T4" fmla="*/ 25 w 52"/>
                  <a:gd name="T5" fmla="*/ 51 h 57"/>
                  <a:gd name="T6" fmla="*/ 47 w 52"/>
                  <a:gd name="T7" fmla="*/ 24 h 57"/>
                  <a:gd name="T8" fmla="*/ 47 w 52"/>
                  <a:gd name="T9" fmla="*/ 5 h 57"/>
                  <a:gd name="T10" fmla="*/ 46 w 52"/>
                  <a:gd name="T11" fmla="*/ 4 h 57"/>
                  <a:gd name="T12" fmla="*/ 28 w 52"/>
                  <a:gd name="T13" fmla="*/ 5 h 57"/>
                  <a:gd name="T14" fmla="*/ 6 w 52"/>
                  <a:gd name="T15" fmla="*/ 32 h 57"/>
                  <a:gd name="T16" fmla="*/ 6 w 52"/>
                  <a:gd name="T17" fmla="*/ 5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" h="57">
                    <a:moveTo>
                      <a:pt x="6" y="51"/>
                    </a:moveTo>
                    <a:cubicBezTo>
                      <a:pt x="6" y="51"/>
                      <a:pt x="6" y="51"/>
                      <a:pt x="6" y="51"/>
                    </a:cubicBezTo>
                    <a:cubicBezTo>
                      <a:pt x="12" y="55"/>
                      <a:pt x="20" y="57"/>
                      <a:pt x="25" y="51"/>
                    </a:cubicBezTo>
                    <a:cubicBezTo>
                      <a:pt x="32" y="42"/>
                      <a:pt x="40" y="33"/>
                      <a:pt x="47" y="24"/>
                    </a:cubicBezTo>
                    <a:cubicBezTo>
                      <a:pt x="51" y="18"/>
                      <a:pt x="52" y="10"/>
                      <a:pt x="47" y="5"/>
                    </a:cubicBezTo>
                    <a:cubicBezTo>
                      <a:pt x="46" y="5"/>
                      <a:pt x="46" y="4"/>
                      <a:pt x="46" y="4"/>
                    </a:cubicBezTo>
                    <a:cubicBezTo>
                      <a:pt x="41" y="0"/>
                      <a:pt x="32" y="0"/>
                      <a:pt x="28" y="5"/>
                    </a:cubicBezTo>
                    <a:cubicBezTo>
                      <a:pt x="21" y="14"/>
                      <a:pt x="13" y="23"/>
                      <a:pt x="6" y="32"/>
                    </a:cubicBezTo>
                    <a:cubicBezTo>
                      <a:pt x="2" y="37"/>
                      <a:pt x="0" y="46"/>
                      <a:pt x="6" y="51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029146" y="1051878"/>
                <a:ext cx="76244" cy="85684"/>
              </a:xfrm>
              <a:custGeom>
                <a:avLst/>
                <a:gdLst>
                  <a:gd name="T0" fmla="*/ 4 w 50"/>
                  <a:gd name="T1" fmla="*/ 22 h 56"/>
                  <a:gd name="T2" fmla="*/ 26 w 50"/>
                  <a:gd name="T3" fmla="*/ 50 h 56"/>
                  <a:gd name="T4" fmla="*/ 44 w 50"/>
                  <a:gd name="T5" fmla="*/ 50 h 56"/>
                  <a:gd name="T6" fmla="*/ 44 w 50"/>
                  <a:gd name="T7" fmla="*/ 49 h 56"/>
                  <a:gd name="T8" fmla="*/ 44 w 50"/>
                  <a:gd name="T9" fmla="*/ 31 h 56"/>
                  <a:gd name="T10" fmla="*/ 22 w 50"/>
                  <a:gd name="T11" fmla="*/ 4 h 56"/>
                  <a:gd name="T12" fmla="*/ 12 w 50"/>
                  <a:gd name="T13" fmla="*/ 0 h 56"/>
                  <a:gd name="T14" fmla="*/ 4 w 50"/>
                  <a:gd name="T15" fmla="*/ 4 h 56"/>
                  <a:gd name="T16" fmla="*/ 0 w 50"/>
                  <a:gd name="T17" fmla="*/ 11 h 56"/>
                  <a:gd name="T18" fmla="*/ 4 w 50"/>
                  <a:gd name="T19" fmla="*/ 2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" h="56">
                    <a:moveTo>
                      <a:pt x="4" y="22"/>
                    </a:moveTo>
                    <a:cubicBezTo>
                      <a:pt x="11" y="32"/>
                      <a:pt x="18" y="41"/>
                      <a:pt x="26" y="50"/>
                    </a:cubicBezTo>
                    <a:cubicBezTo>
                      <a:pt x="30" y="56"/>
                      <a:pt x="39" y="54"/>
                      <a:pt x="44" y="50"/>
                    </a:cubicBezTo>
                    <a:cubicBezTo>
                      <a:pt x="44" y="50"/>
                      <a:pt x="44" y="49"/>
                      <a:pt x="44" y="49"/>
                    </a:cubicBezTo>
                    <a:cubicBezTo>
                      <a:pt x="50" y="45"/>
                      <a:pt x="48" y="36"/>
                      <a:pt x="44" y="31"/>
                    </a:cubicBezTo>
                    <a:cubicBezTo>
                      <a:pt x="37" y="22"/>
                      <a:pt x="30" y="13"/>
                      <a:pt x="22" y="4"/>
                    </a:cubicBezTo>
                    <a:cubicBezTo>
                      <a:pt x="20" y="1"/>
                      <a:pt x="16" y="0"/>
                      <a:pt x="12" y="0"/>
                    </a:cubicBezTo>
                    <a:cubicBezTo>
                      <a:pt x="9" y="0"/>
                      <a:pt x="6" y="2"/>
                      <a:pt x="4" y="4"/>
                    </a:cubicBezTo>
                    <a:cubicBezTo>
                      <a:pt x="1" y="6"/>
                      <a:pt x="0" y="9"/>
                      <a:pt x="0" y="11"/>
                    </a:cubicBezTo>
                    <a:cubicBezTo>
                      <a:pt x="0" y="15"/>
                      <a:pt x="1" y="19"/>
                      <a:pt x="4" y="22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825102" y="1123765"/>
                <a:ext cx="39211" cy="92945"/>
              </a:xfrm>
              <a:custGeom>
                <a:avLst/>
                <a:gdLst>
                  <a:gd name="T0" fmla="*/ 13 w 26"/>
                  <a:gd name="T1" fmla="*/ 61 h 61"/>
                  <a:gd name="T2" fmla="*/ 13 w 26"/>
                  <a:gd name="T3" fmla="*/ 61 h 61"/>
                  <a:gd name="T4" fmla="*/ 26 w 26"/>
                  <a:gd name="T5" fmla="*/ 48 h 61"/>
                  <a:gd name="T6" fmla="*/ 26 w 26"/>
                  <a:gd name="T7" fmla="*/ 13 h 61"/>
                  <a:gd name="T8" fmla="*/ 13 w 26"/>
                  <a:gd name="T9" fmla="*/ 0 h 61"/>
                  <a:gd name="T10" fmla="*/ 13 w 26"/>
                  <a:gd name="T11" fmla="*/ 0 h 61"/>
                  <a:gd name="T12" fmla="*/ 4 w 26"/>
                  <a:gd name="T13" fmla="*/ 3 h 61"/>
                  <a:gd name="T14" fmla="*/ 0 w 26"/>
                  <a:gd name="T15" fmla="*/ 13 h 61"/>
                  <a:gd name="T16" fmla="*/ 0 w 26"/>
                  <a:gd name="T17" fmla="*/ 48 h 61"/>
                  <a:gd name="T18" fmla="*/ 13 w 26"/>
                  <a:gd name="T19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" h="61">
                    <a:moveTo>
                      <a:pt x="13" y="61"/>
                    </a:moveTo>
                    <a:cubicBezTo>
                      <a:pt x="13" y="61"/>
                      <a:pt x="13" y="61"/>
                      <a:pt x="13" y="61"/>
                    </a:cubicBezTo>
                    <a:cubicBezTo>
                      <a:pt x="20" y="61"/>
                      <a:pt x="26" y="56"/>
                      <a:pt x="26" y="48"/>
                    </a:cubicBezTo>
                    <a:cubicBezTo>
                      <a:pt x="26" y="37"/>
                      <a:pt x="26" y="25"/>
                      <a:pt x="26" y="13"/>
                    </a:cubicBezTo>
                    <a:cubicBezTo>
                      <a:pt x="26" y="6"/>
                      <a:pt x="21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9" y="0"/>
                      <a:pt x="7" y="2"/>
                      <a:pt x="4" y="3"/>
                    </a:cubicBezTo>
                    <a:cubicBezTo>
                      <a:pt x="2" y="6"/>
                      <a:pt x="0" y="9"/>
                      <a:pt x="0" y="13"/>
                    </a:cubicBezTo>
                    <a:cubicBezTo>
                      <a:pt x="0" y="25"/>
                      <a:pt x="0" y="37"/>
                      <a:pt x="0" y="48"/>
                    </a:cubicBezTo>
                    <a:cubicBezTo>
                      <a:pt x="0" y="55"/>
                      <a:pt x="6" y="61"/>
                      <a:pt x="13" y="61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589835" y="529787"/>
                <a:ext cx="509745" cy="548231"/>
              </a:xfrm>
              <a:custGeom>
                <a:avLst/>
                <a:gdLst>
                  <a:gd name="connsiteX0" fmla="*/ 623744 w 1114425"/>
                  <a:gd name="connsiteY0" fmla="*/ 549275 h 1198563"/>
                  <a:gd name="connsiteX1" fmla="*/ 620425 w 1114425"/>
                  <a:gd name="connsiteY1" fmla="*/ 595948 h 1198563"/>
                  <a:gd name="connsiteX2" fmla="*/ 600508 w 1114425"/>
                  <a:gd name="connsiteY2" fmla="*/ 612616 h 1198563"/>
                  <a:gd name="connsiteX3" fmla="*/ 593870 w 1114425"/>
                  <a:gd name="connsiteY3" fmla="*/ 615950 h 1198563"/>
                  <a:gd name="connsiteX4" fmla="*/ 590550 w 1114425"/>
                  <a:gd name="connsiteY4" fmla="*/ 612616 h 1198563"/>
                  <a:gd name="connsiteX5" fmla="*/ 593870 w 1114425"/>
                  <a:gd name="connsiteY5" fmla="*/ 592614 h 1198563"/>
                  <a:gd name="connsiteX6" fmla="*/ 620425 w 1114425"/>
                  <a:gd name="connsiteY6" fmla="*/ 552609 h 1198563"/>
                  <a:gd name="connsiteX7" fmla="*/ 623744 w 1114425"/>
                  <a:gd name="connsiteY7" fmla="*/ 549275 h 1198563"/>
                  <a:gd name="connsiteX8" fmla="*/ 444357 w 1114425"/>
                  <a:gd name="connsiteY8" fmla="*/ 546100 h 1198563"/>
                  <a:gd name="connsiteX9" fmla="*/ 441038 w 1114425"/>
                  <a:gd name="connsiteY9" fmla="*/ 582117 h 1198563"/>
                  <a:gd name="connsiteX10" fmla="*/ 421121 w 1114425"/>
                  <a:gd name="connsiteY10" fmla="*/ 598488 h 1198563"/>
                  <a:gd name="connsiteX11" fmla="*/ 414483 w 1114425"/>
                  <a:gd name="connsiteY11" fmla="*/ 591940 h 1198563"/>
                  <a:gd name="connsiteX12" fmla="*/ 417802 w 1114425"/>
                  <a:gd name="connsiteY12" fmla="*/ 575568 h 1198563"/>
                  <a:gd name="connsiteX13" fmla="*/ 444357 w 1114425"/>
                  <a:gd name="connsiteY13" fmla="*/ 546100 h 1198563"/>
                  <a:gd name="connsiteX14" fmla="*/ 781050 w 1114425"/>
                  <a:gd name="connsiteY14" fmla="*/ 431800 h 1198563"/>
                  <a:gd name="connsiteX15" fmla="*/ 784324 w 1114425"/>
                  <a:gd name="connsiteY15" fmla="*/ 431800 h 1198563"/>
                  <a:gd name="connsiteX16" fmla="*/ 826890 w 1114425"/>
                  <a:gd name="connsiteY16" fmla="*/ 455507 h 1198563"/>
                  <a:gd name="connsiteX17" fmla="*/ 833438 w 1114425"/>
                  <a:gd name="connsiteY17" fmla="*/ 475827 h 1198563"/>
                  <a:gd name="connsiteX18" fmla="*/ 820341 w 1114425"/>
                  <a:gd name="connsiteY18" fmla="*/ 482600 h 1198563"/>
                  <a:gd name="connsiteX19" fmla="*/ 817067 w 1114425"/>
                  <a:gd name="connsiteY19" fmla="*/ 482600 h 1198563"/>
                  <a:gd name="connsiteX20" fmla="*/ 790873 w 1114425"/>
                  <a:gd name="connsiteY20" fmla="*/ 452120 h 1198563"/>
                  <a:gd name="connsiteX21" fmla="*/ 781050 w 1114425"/>
                  <a:gd name="connsiteY21" fmla="*/ 431800 h 1198563"/>
                  <a:gd name="connsiteX22" fmla="*/ 320676 w 1114425"/>
                  <a:gd name="connsiteY22" fmla="*/ 415925 h 1198563"/>
                  <a:gd name="connsiteX23" fmla="*/ 300832 w 1114425"/>
                  <a:gd name="connsiteY23" fmla="*/ 452905 h 1198563"/>
                  <a:gd name="connsiteX24" fmla="*/ 287603 w 1114425"/>
                  <a:gd name="connsiteY24" fmla="*/ 473075 h 1198563"/>
                  <a:gd name="connsiteX25" fmla="*/ 280988 w 1114425"/>
                  <a:gd name="connsiteY25" fmla="*/ 456266 h 1198563"/>
                  <a:gd name="connsiteX26" fmla="*/ 287603 w 1114425"/>
                  <a:gd name="connsiteY26" fmla="*/ 429372 h 1198563"/>
                  <a:gd name="connsiteX27" fmla="*/ 320676 w 1114425"/>
                  <a:gd name="connsiteY27" fmla="*/ 415925 h 1198563"/>
                  <a:gd name="connsiteX28" fmla="*/ 514259 w 1114425"/>
                  <a:gd name="connsiteY28" fmla="*/ 0 h 1198563"/>
                  <a:gd name="connsiteX29" fmla="*/ 577484 w 1114425"/>
                  <a:gd name="connsiteY29" fmla="*/ 0 h 1198563"/>
                  <a:gd name="connsiteX30" fmla="*/ 723900 w 1114425"/>
                  <a:gd name="connsiteY30" fmla="*/ 408996 h 1198563"/>
                  <a:gd name="connsiteX31" fmla="*/ 620743 w 1114425"/>
                  <a:gd name="connsiteY31" fmla="*/ 492125 h 1198563"/>
                  <a:gd name="connsiteX32" fmla="*/ 557518 w 1114425"/>
                  <a:gd name="connsiteY32" fmla="*/ 475499 h 1198563"/>
                  <a:gd name="connsiteX33" fmla="*/ 467672 w 1114425"/>
                  <a:gd name="connsiteY33" fmla="*/ 485475 h 1198563"/>
                  <a:gd name="connsiteX34" fmla="*/ 377825 w 1114425"/>
                  <a:gd name="connsiteY34" fmla="*/ 385720 h 1198563"/>
                  <a:gd name="connsiteX35" fmla="*/ 514259 w 1114425"/>
                  <a:gd name="connsiteY35" fmla="*/ 0 h 1198563"/>
                  <a:gd name="connsiteX36" fmla="*/ 357017 w 1114425"/>
                  <a:gd name="connsiteY36" fmla="*/ 0 h 1198563"/>
                  <a:gd name="connsiteX37" fmla="*/ 473798 w 1114425"/>
                  <a:gd name="connsiteY37" fmla="*/ 0 h 1198563"/>
                  <a:gd name="connsiteX38" fmla="*/ 336997 w 1114425"/>
                  <a:gd name="connsiteY38" fmla="*/ 376216 h 1198563"/>
                  <a:gd name="connsiteX39" fmla="*/ 326987 w 1114425"/>
                  <a:gd name="connsiteY39" fmla="*/ 376216 h 1198563"/>
                  <a:gd name="connsiteX40" fmla="*/ 246909 w 1114425"/>
                  <a:gd name="connsiteY40" fmla="*/ 422827 h 1198563"/>
                  <a:gd name="connsiteX41" fmla="*/ 260255 w 1114425"/>
                  <a:gd name="connsiteY41" fmla="*/ 502731 h 1198563"/>
                  <a:gd name="connsiteX42" fmla="*/ 283611 w 1114425"/>
                  <a:gd name="connsiteY42" fmla="*/ 512719 h 1198563"/>
                  <a:gd name="connsiteX43" fmla="*/ 333660 w 1114425"/>
                  <a:gd name="connsiteY43" fmla="*/ 476096 h 1198563"/>
                  <a:gd name="connsiteX44" fmla="*/ 336997 w 1114425"/>
                  <a:gd name="connsiteY44" fmla="*/ 472767 h 1198563"/>
                  <a:gd name="connsiteX45" fmla="*/ 360353 w 1114425"/>
                  <a:gd name="connsiteY45" fmla="*/ 422827 h 1198563"/>
                  <a:gd name="connsiteX46" fmla="*/ 433758 w 1114425"/>
                  <a:gd name="connsiteY46" fmla="*/ 506060 h 1198563"/>
                  <a:gd name="connsiteX47" fmla="*/ 420412 w 1114425"/>
                  <a:gd name="connsiteY47" fmla="*/ 516048 h 1198563"/>
                  <a:gd name="connsiteX48" fmla="*/ 373700 w 1114425"/>
                  <a:gd name="connsiteY48" fmla="*/ 582635 h 1198563"/>
                  <a:gd name="connsiteX49" fmla="*/ 390383 w 1114425"/>
                  <a:gd name="connsiteY49" fmla="*/ 629246 h 1198563"/>
                  <a:gd name="connsiteX50" fmla="*/ 420412 w 1114425"/>
                  <a:gd name="connsiteY50" fmla="*/ 639234 h 1198563"/>
                  <a:gd name="connsiteX51" fmla="*/ 453778 w 1114425"/>
                  <a:gd name="connsiteY51" fmla="*/ 629246 h 1198563"/>
                  <a:gd name="connsiteX52" fmla="*/ 483807 w 1114425"/>
                  <a:gd name="connsiteY52" fmla="*/ 549342 h 1198563"/>
                  <a:gd name="connsiteX53" fmla="*/ 477134 w 1114425"/>
                  <a:gd name="connsiteY53" fmla="*/ 526036 h 1198563"/>
                  <a:gd name="connsiteX54" fmla="*/ 490481 w 1114425"/>
                  <a:gd name="connsiteY54" fmla="*/ 519377 h 1198563"/>
                  <a:gd name="connsiteX55" fmla="*/ 577232 w 1114425"/>
                  <a:gd name="connsiteY55" fmla="*/ 516048 h 1198563"/>
                  <a:gd name="connsiteX56" fmla="*/ 593915 w 1114425"/>
                  <a:gd name="connsiteY56" fmla="*/ 522707 h 1198563"/>
                  <a:gd name="connsiteX57" fmla="*/ 590579 w 1114425"/>
                  <a:gd name="connsiteY57" fmla="*/ 526036 h 1198563"/>
                  <a:gd name="connsiteX58" fmla="*/ 550540 w 1114425"/>
                  <a:gd name="connsiteY58" fmla="*/ 612599 h 1198563"/>
                  <a:gd name="connsiteX59" fmla="*/ 570559 w 1114425"/>
                  <a:gd name="connsiteY59" fmla="*/ 645892 h 1198563"/>
                  <a:gd name="connsiteX60" fmla="*/ 637291 w 1114425"/>
                  <a:gd name="connsiteY60" fmla="*/ 635904 h 1198563"/>
                  <a:gd name="connsiteX61" fmla="*/ 663984 w 1114425"/>
                  <a:gd name="connsiteY61" fmla="*/ 556000 h 1198563"/>
                  <a:gd name="connsiteX62" fmla="*/ 650638 w 1114425"/>
                  <a:gd name="connsiteY62" fmla="*/ 519377 h 1198563"/>
                  <a:gd name="connsiteX63" fmla="*/ 740726 w 1114425"/>
                  <a:gd name="connsiteY63" fmla="*/ 446132 h 1198563"/>
                  <a:gd name="connsiteX64" fmla="*/ 754072 w 1114425"/>
                  <a:gd name="connsiteY64" fmla="*/ 472767 h 1198563"/>
                  <a:gd name="connsiteX65" fmla="*/ 820804 w 1114425"/>
                  <a:gd name="connsiteY65" fmla="*/ 522707 h 1198563"/>
                  <a:gd name="connsiteX66" fmla="*/ 850834 w 1114425"/>
                  <a:gd name="connsiteY66" fmla="*/ 512719 h 1198563"/>
                  <a:gd name="connsiteX67" fmla="*/ 874190 w 1114425"/>
                  <a:gd name="connsiteY67" fmla="*/ 479425 h 1198563"/>
                  <a:gd name="connsiteX68" fmla="*/ 844160 w 1114425"/>
                  <a:gd name="connsiteY68" fmla="*/ 416168 h 1198563"/>
                  <a:gd name="connsiteX69" fmla="*/ 760745 w 1114425"/>
                  <a:gd name="connsiteY69" fmla="*/ 396192 h 1198563"/>
                  <a:gd name="connsiteX70" fmla="*/ 617272 w 1114425"/>
                  <a:gd name="connsiteY70" fmla="*/ 0 h 1198563"/>
                  <a:gd name="connsiteX71" fmla="*/ 757409 w 1114425"/>
                  <a:gd name="connsiteY71" fmla="*/ 0 h 1198563"/>
                  <a:gd name="connsiteX72" fmla="*/ 790775 w 1114425"/>
                  <a:gd name="connsiteY72" fmla="*/ 33294 h 1198563"/>
                  <a:gd name="connsiteX73" fmla="*/ 790775 w 1114425"/>
                  <a:gd name="connsiteY73" fmla="*/ 139832 h 1198563"/>
                  <a:gd name="connsiteX74" fmla="*/ 1114425 w 1114425"/>
                  <a:gd name="connsiteY74" fmla="*/ 642563 h 1198563"/>
                  <a:gd name="connsiteX75" fmla="*/ 557213 w 1114425"/>
                  <a:gd name="connsiteY75" fmla="*/ 1198563 h 1198563"/>
                  <a:gd name="connsiteX76" fmla="*/ 0 w 1114425"/>
                  <a:gd name="connsiteY76" fmla="*/ 645892 h 1198563"/>
                  <a:gd name="connsiteX77" fmla="*/ 323651 w 1114425"/>
                  <a:gd name="connsiteY77" fmla="*/ 139832 h 1198563"/>
                  <a:gd name="connsiteX78" fmla="*/ 323651 w 1114425"/>
                  <a:gd name="connsiteY78" fmla="*/ 33294 h 1198563"/>
                  <a:gd name="connsiteX79" fmla="*/ 357017 w 1114425"/>
                  <a:gd name="connsiteY79" fmla="*/ 0 h 1198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114425" h="1198563">
                    <a:moveTo>
                      <a:pt x="623744" y="549275"/>
                    </a:moveTo>
                    <a:cubicBezTo>
                      <a:pt x="627063" y="562610"/>
                      <a:pt x="627063" y="579279"/>
                      <a:pt x="620425" y="595948"/>
                    </a:cubicBezTo>
                    <a:cubicBezTo>
                      <a:pt x="613786" y="602615"/>
                      <a:pt x="610466" y="609283"/>
                      <a:pt x="600508" y="612616"/>
                    </a:cubicBezTo>
                    <a:cubicBezTo>
                      <a:pt x="597189" y="615950"/>
                      <a:pt x="597189" y="615950"/>
                      <a:pt x="593870" y="615950"/>
                    </a:cubicBezTo>
                    <a:cubicBezTo>
                      <a:pt x="593870" y="615950"/>
                      <a:pt x="593870" y="615950"/>
                      <a:pt x="590550" y="612616"/>
                    </a:cubicBezTo>
                    <a:cubicBezTo>
                      <a:pt x="590550" y="609283"/>
                      <a:pt x="590550" y="595948"/>
                      <a:pt x="593870" y="592614"/>
                    </a:cubicBezTo>
                    <a:cubicBezTo>
                      <a:pt x="600508" y="579279"/>
                      <a:pt x="610466" y="565944"/>
                      <a:pt x="620425" y="552609"/>
                    </a:cubicBezTo>
                    <a:cubicBezTo>
                      <a:pt x="620425" y="552609"/>
                      <a:pt x="620425" y="552609"/>
                      <a:pt x="623744" y="549275"/>
                    </a:cubicBezTo>
                    <a:close/>
                    <a:moveTo>
                      <a:pt x="444357" y="546100"/>
                    </a:moveTo>
                    <a:cubicBezTo>
                      <a:pt x="444357" y="559197"/>
                      <a:pt x="447676" y="572294"/>
                      <a:pt x="441038" y="582117"/>
                    </a:cubicBezTo>
                    <a:cubicBezTo>
                      <a:pt x="437718" y="591940"/>
                      <a:pt x="427760" y="598488"/>
                      <a:pt x="421121" y="598488"/>
                    </a:cubicBezTo>
                    <a:cubicBezTo>
                      <a:pt x="417802" y="598488"/>
                      <a:pt x="417802" y="598488"/>
                      <a:pt x="414483" y="591940"/>
                    </a:cubicBezTo>
                    <a:cubicBezTo>
                      <a:pt x="411163" y="588665"/>
                      <a:pt x="411163" y="582117"/>
                      <a:pt x="417802" y="575568"/>
                    </a:cubicBezTo>
                    <a:cubicBezTo>
                      <a:pt x="421121" y="565746"/>
                      <a:pt x="431079" y="555923"/>
                      <a:pt x="444357" y="546100"/>
                    </a:cubicBezTo>
                    <a:close/>
                    <a:moveTo>
                      <a:pt x="781050" y="431800"/>
                    </a:moveTo>
                    <a:cubicBezTo>
                      <a:pt x="781050" y="431800"/>
                      <a:pt x="781050" y="431800"/>
                      <a:pt x="784324" y="431800"/>
                    </a:cubicBezTo>
                    <a:cubicBezTo>
                      <a:pt x="797421" y="431800"/>
                      <a:pt x="817067" y="441960"/>
                      <a:pt x="826890" y="455507"/>
                    </a:cubicBezTo>
                    <a:cubicBezTo>
                      <a:pt x="830164" y="458893"/>
                      <a:pt x="833438" y="469053"/>
                      <a:pt x="833438" y="475827"/>
                    </a:cubicBezTo>
                    <a:cubicBezTo>
                      <a:pt x="830164" y="482600"/>
                      <a:pt x="826890" y="482600"/>
                      <a:pt x="820341" y="482600"/>
                    </a:cubicBezTo>
                    <a:cubicBezTo>
                      <a:pt x="820341" y="482600"/>
                      <a:pt x="817067" y="482600"/>
                      <a:pt x="817067" y="482600"/>
                    </a:cubicBezTo>
                    <a:cubicBezTo>
                      <a:pt x="803970" y="482600"/>
                      <a:pt x="797421" y="465667"/>
                      <a:pt x="790873" y="452120"/>
                    </a:cubicBezTo>
                    <a:cubicBezTo>
                      <a:pt x="787599" y="445347"/>
                      <a:pt x="784324" y="438573"/>
                      <a:pt x="781050" y="431800"/>
                    </a:cubicBezTo>
                    <a:close/>
                    <a:moveTo>
                      <a:pt x="320676" y="415925"/>
                    </a:moveTo>
                    <a:cubicBezTo>
                      <a:pt x="314062" y="429372"/>
                      <a:pt x="307447" y="439457"/>
                      <a:pt x="300832" y="452905"/>
                    </a:cubicBezTo>
                    <a:cubicBezTo>
                      <a:pt x="290910" y="469713"/>
                      <a:pt x="287603" y="473075"/>
                      <a:pt x="287603" y="473075"/>
                    </a:cubicBezTo>
                    <a:cubicBezTo>
                      <a:pt x="284296" y="469713"/>
                      <a:pt x="280988" y="466352"/>
                      <a:pt x="280988" y="456266"/>
                    </a:cubicBezTo>
                    <a:cubicBezTo>
                      <a:pt x="280988" y="442819"/>
                      <a:pt x="284296" y="436096"/>
                      <a:pt x="287603" y="429372"/>
                    </a:cubicBezTo>
                    <a:cubicBezTo>
                      <a:pt x="294218" y="422649"/>
                      <a:pt x="307447" y="415925"/>
                      <a:pt x="320676" y="415925"/>
                    </a:cubicBezTo>
                    <a:close/>
                    <a:moveTo>
                      <a:pt x="514259" y="0"/>
                    </a:moveTo>
                    <a:cubicBezTo>
                      <a:pt x="514259" y="0"/>
                      <a:pt x="514259" y="0"/>
                      <a:pt x="577484" y="0"/>
                    </a:cubicBezTo>
                    <a:cubicBezTo>
                      <a:pt x="620743" y="152958"/>
                      <a:pt x="667330" y="289290"/>
                      <a:pt x="723900" y="408996"/>
                    </a:cubicBezTo>
                    <a:cubicBezTo>
                      <a:pt x="677313" y="428947"/>
                      <a:pt x="637381" y="472174"/>
                      <a:pt x="620743" y="492125"/>
                    </a:cubicBezTo>
                    <a:cubicBezTo>
                      <a:pt x="604105" y="482150"/>
                      <a:pt x="580812" y="475499"/>
                      <a:pt x="557518" y="475499"/>
                    </a:cubicBezTo>
                    <a:cubicBezTo>
                      <a:pt x="524242" y="472174"/>
                      <a:pt x="497620" y="475499"/>
                      <a:pt x="467672" y="485475"/>
                    </a:cubicBezTo>
                    <a:cubicBezTo>
                      <a:pt x="451033" y="438922"/>
                      <a:pt x="417757" y="405671"/>
                      <a:pt x="377825" y="385720"/>
                    </a:cubicBezTo>
                    <a:cubicBezTo>
                      <a:pt x="427740" y="272664"/>
                      <a:pt x="474327" y="146308"/>
                      <a:pt x="514259" y="0"/>
                    </a:cubicBezTo>
                    <a:close/>
                    <a:moveTo>
                      <a:pt x="357017" y="0"/>
                    </a:moveTo>
                    <a:cubicBezTo>
                      <a:pt x="357017" y="0"/>
                      <a:pt x="357017" y="0"/>
                      <a:pt x="473798" y="0"/>
                    </a:cubicBezTo>
                    <a:cubicBezTo>
                      <a:pt x="433758" y="143162"/>
                      <a:pt x="390383" y="266347"/>
                      <a:pt x="336997" y="376216"/>
                    </a:cubicBezTo>
                    <a:cubicBezTo>
                      <a:pt x="333660" y="376216"/>
                      <a:pt x="330324" y="376216"/>
                      <a:pt x="326987" y="376216"/>
                    </a:cubicBezTo>
                    <a:cubicBezTo>
                      <a:pt x="286948" y="376216"/>
                      <a:pt x="256919" y="392862"/>
                      <a:pt x="246909" y="422827"/>
                    </a:cubicBezTo>
                    <a:cubicBezTo>
                      <a:pt x="236899" y="449461"/>
                      <a:pt x="236899" y="482755"/>
                      <a:pt x="260255" y="502731"/>
                    </a:cubicBezTo>
                    <a:cubicBezTo>
                      <a:pt x="266928" y="509389"/>
                      <a:pt x="276938" y="512719"/>
                      <a:pt x="283611" y="512719"/>
                    </a:cubicBezTo>
                    <a:cubicBezTo>
                      <a:pt x="306968" y="512719"/>
                      <a:pt x="326987" y="486084"/>
                      <a:pt x="333660" y="476096"/>
                    </a:cubicBezTo>
                    <a:cubicBezTo>
                      <a:pt x="333660" y="472767"/>
                      <a:pt x="336997" y="472767"/>
                      <a:pt x="336997" y="472767"/>
                    </a:cubicBezTo>
                    <a:cubicBezTo>
                      <a:pt x="343670" y="456120"/>
                      <a:pt x="353680" y="439473"/>
                      <a:pt x="360353" y="422827"/>
                    </a:cubicBezTo>
                    <a:cubicBezTo>
                      <a:pt x="400392" y="436144"/>
                      <a:pt x="420412" y="479425"/>
                      <a:pt x="433758" y="506060"/>
                    </a:cubicBezTo>
                    <a:cubicBezTo>
                      <a:pt x="427085" y="509389"/>
                      <a:pt x="423749" y="512719"/>
                      <a:pt x="420412" y="516048"/>
                    </a:cubicBezTo>
                    <a:cubicBezTo>
                      <a:pt x="407066" y="522707"/>
                      <a:pt x="377036" y="549342"/>
                      <a:pt x="373700" y="582635"/>
                    </a:cubicBezTo>
                    <a:cubicBezTo>
                      <a:pt x="370363" y="599282"/>
                      <a:pt x="377036" y="615928"/>
                      <a:pt x="390383" y="629246"/>
                    </a:cubicBezTo>
                    <a:cubicBezTo>
                      <a:pt x="397056" y="635904"/>
                      <a:pt x="407066" y="639234"/>
                      <a:pt x="420412" y="639234"/>
                    </a:cubicBezTo>
                    <a:cubicBezTo>
                      <a:pt x="430422" y="639234"/>
                      <a:pt x="443768" y="635904"/>
                      <a:pt x="453778" y="629246"/>
                    </a:cubicBezTo>
                    <a:cubicBezTo>
                      <a:pt x="477134" y="609270"/>
                      <a:pt x="487144" y="582635"/>
                      <a:pt x="483807" y="549342"/>
                    </a:cubicBezTo>
                    <a:cubicBezTo>
                      <a:pt x="480471" y="542683"/>
                      <a:pt x="480471" y="532695"/>
                      <a:pt x="477134" y="526036"/>
                    </a:cubicBezTo>
                    <a:cubicBezTo>
                      <a:pt x="483807" y="522707"/>
                      <a:pt x="487144" y="522707"/>
                      <a:pt x="490481" y="519377"/>
                    </a:cubicBezTo>
                    <a:cubicBezTo>
                      <a:pt x="513837" y="512719"/>
                      <a:pt x="543866" y="509389"/>
                      <a:pt x="577232" y="516048"/>
                    </a:cubicBezTo>
                    <a:cubicBezTo>
                      <a:pt x="583906" y="519377"/>
                      <a:pt x="587242" y="519377"/>
                      <a:pt x="593915" y="522707"/>
                    </a:cubicBezTo>
                    <a:cubicBezTo>
                      <a:pt x="593915" y="522707"/>
                      <a:pt x="590579" y="526036"/>
                      <a:pt x="590579" y="526036"/>
                    </a:cubicBezTo>
                    <a:cubicBezTo>
                      <a:pt x="570559" y="549342"/>
                      <a:pt x="547203" y="582635"/>
                      <a:pt x="550540" y="612599"/>
                    </a:cubicBezTo>
                    <a:cubicBezTo>
                      <a:pt x="550540" y="625916"/>
                      <a:pt x="557213" y="635904"/>
                      <a:pt x="570559" y="645892"/>
                    </a:cubicBezTo>
                    <a:cubicBezTo>
                      <a:pt x="593915" y="662539"/>
                      <a:pt x="617272" y="655880"/>
                      <a:pt x="637291" y="635904"/>
                    </a:cubicBezTo>
                    <a:cubicBezTo>
                      <a:pt x="657311" y="612599"/>
                      <a:pt x="667321" y="579306"/>
                      <a:pt x="663984" y="556000"/>
                    </a:cubicBezTo>
                    <a:cubicBezTo>
                      <a:pt x="663984" y="542683"/>
                      <a:pt x="657311" y="529365"/>
                      <a:pt x="650638" y="519377"/>
                    </a:cubicBezTo>
                    <a:cubicBezTo>
                      <a:pt x="677330" y="486084"/>
                      <a:pt x="710696" y="459449"/>
                      <a:pt x="740726" y="446132"/>
                    </a:cubicBezTo>
                    <a:cubicBezTo>
                      <a:pt x="747399" y="452791"/>
                      <a:pt x="750736" y="462779"/>
                      <a:pt x="754072" y="472767"/>
                    </a:cubicBezTo>
                    <a:cubicBezTo>
                      <a:pt x="767419" y="496072"/>
                      <a:pt x="790775" y="522707"/>
                      <a:pt x="820804" y="522707"/>
                    </a:cubicBezTo>
                    <a:cubicBezTo>
                      <a:pt x="830814" y="522707"/>
                      <a:pt x="840824" y="519377"/>
                      <a:pt x="850834" y="512719"/>
                    </a:cubicBezTo>
                    <a:cubicBezTo>
                      <a:pt x="864180" y="506060"/>
                      <a:pt x="870853" y="492743"/>
                      <a:pt x="874190" y="479425"/>
                    </a:cubicBezTo>
                    <a:cubicBezTo>
                      <a:pt x="874190" y="456120"/>
                      <a:pt x="860843" y="432815"/>
                      <a:pt x="844160" y="416168"/>
                    </a:cubicBezTo>
                    <a:cubicBezTo>
                      <a:pt x="820804" y="396192"/>
                      <a:pt x="794111" y="389533"/>
                      <a:pt x="760745" y="396192"/>
                    </a:cubicBezTo>
                    <a:cubicBezTo>
                      <a:pt x="707360" y="279665"/>
                      <a:pt x="660647" y="149821"/>
                      <a:pt x="617272" y="0"/>
                    </a:cubicBezTo>
                    <a:cubicBezTo>
                      <a:pt x="617272" y="0"/>
                      <a:pt x="617272" y="0"/>
                      <a:pt x="757409" y="0"/>
                    </a:cubicBezTo>
                    <a:cubicBezTo>
                      <a:pt x="774092" y="0"/>
                      <a:pt x="790775" y="13317"/>
                      <a:pt x="790775" y="33294"/>
                    </a:cubicBezTo>
                    <a:cubicBezTo>
                      <a:pt x="790775" y="33294"/>
                      <a:pt x="790775" y="33294"/>
                      <a:pt x="790775" y="139832"/>
                    </a:cubicBezTo>
                    <a:cubicBezTo>
                      <a:pt x="980961" y="226395"/>
                      <a:pt x="1114425" y="419497"/>
                      <a:pt x="1114425" y="642563"/>
                    </a:cubicBezTo>
                    <a:cubicBezTo>
                      <a:pt x="1114425" y="948863"/>
                      <a:pt x="864180" y="1198563"/>
                      <a:pt x="557213" y="1198563"/>
                    </a:cubicBezTo>
                    <a:cubicBezTo>
                      <a:pt x="250245" y="1198563"/>
                      <a:pt x="0" y="952192"/>
                      <a:pt x="0" y="645892"/>
                    </a:cubicBezTo>
                    <a:cubicBezTo>
                      <a:pt x="0" y="422827"/>
                      <a:pt x="133464" y="229725"/>
                      <a:pt x="323651" y="139832"/>
                    </a:cubicBezTo>
                    <a:cubicBezTo>
                      <a:pt x="323651" y="139832"/>
                      <a:pt x="323651" y="139832"/>
                      <a:pt x="323651" y="33294"/>
                    </a:cubicBezTo>
                    <a:cubicBezTo>
                      <a:pt x="323651" y="13317"/>
                      <a:pt x="336997" y="0"/>
                      <a:pt x="357017" y="0"/>
                    </a:cubicBezTo>
                    <a:close/>
                  </a:path>
                </a:pathLst>
              </a:custGeom>
              <a:solidFill>
                <a:srgbClr val="FABF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6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9836448" y="211424"/>
              <a:ext cx="16518" cy="1366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0" name="稻壳儿春秋广告/盗版必究        原创来源：http://chn.docer.com/works?userid=199329941#!/work_time"/>
          <p:cNvSpPr txBox="1"/>
          <p:nvPr/>
        </p:nvSpPr>
        <p:spPr>
          <a:xfrm>
            <a:off x="3246755" y="404495"/>
            <a:ext cx="56984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ABF2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- Story Time -</a:t>
            </a:r>
            <a:br>
              <a:rPr lang="en-US" sz="2400" dirty="0">
                <a:solidFill>
                  <a:srgbClr val="FABF2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</a:br>
            <a:r>
              <a:rPr lang="en-US" sz="2400" dirty="0">
                <a:solidFill>
                  <a:srgbClr val="FABF2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Problems to Solve</a:t>
            </a:r>
            <a:endParaRPr lang="en-US" altLang="zh-CN" sz="2400" dirty="0">
              <a:solidFill>
                <a:srgbClr val="FABF2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44483" y="0"/>
            <a:ext cx="793664" cy="1047369"/>
            <a:chOff x="544483" y="169341"/>
            <a:chExt cx="793664" cy="1047369"/>
          </a:xfrm>
        </p:grpSpPr>
        <p:sp>
          <p:nvSpPr>
            <p:cNvPr id="43" name="稻壳儿春秋广告/盗版必究        原创来源：http://chn.docer.com/works?userid=199329941#!/work_time"/>
            <p:cNvSpPr/>
            <p:nvPr/>
          </p:nvSpPr>
          <p:spPr bwMode="auto">
            <a:xfrm>
              <a:off x="837841" y="340120"/>
              <a:ext cx="216388" cy="178776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" name="稻壳儿春秋广告/盗版必究        原创来源：http://chn.docer.com/works?userid=199329941#!/work_time"/>
            <p:cNvSpPr/>
            <p:nvPr/>
          </p:nvSpPr>
          <p:spPr bwMode="auto">
            <a:xfrm>
              <a:off x="585873" y="628542"/>
              <a:ext cx="90040" cy="6825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稻壳儿春秋广告/盗版必究        原创来源：http://chn.docer.com/works?userid=199329941#!/work_time"/>
            <p:cNvSpPr/>
            <p:nvPr/>
          </p:nvSpPr>
          <p:spPr bwMode="auto">
            <a:xfrm>
              <a:off x="1216156" y="627089"/>
              <a:ext cx="90040" cy="6825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稻壳儿春秋广告/盗版必究        原创来源：http://chn.docer.com/works?userid=199329941#!/work_time"/>
            <p:cNvSpPr/>
            <p:nvPr/>
          </p:nvSpPr>
          <p:spPr bwMode="auto">
            <a:xfrm>
              <a:off x="544483" y="869618"/>
              <a:ext cx="103837" cy="54460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稻壳儿春秋广告/盗版必究        原创来源：http://chn.docer.com/works?userid=199329941#!/work_time"/>
            <p:cNvSpPr/>
            <p:nvPr/>
          </p:nvSpPr>
          <p:spPr bwMode="auto">
            <a:xfrm>
              <a:off x="1243749" y="865988"/>
              <a:ext cx="94398" cy="5518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稻壳儿春秋广告/盗版必究        原创来源：http://chn.docer.com/works?userid=199329941#!/work_time"/>
            <p:cNvSpPr/>
            <p:nvPr/>
          </p:nvSpPr>
          <p:spPr bwMode="auto">
            <a:xfrm>
              <a:off x="685353" y="1050425"/>
              <a:ext cx="79148" cy="87136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稻壳儿春秋广告/盗版必究        原创来源：http://chn.docer.com/works?userid=199329941#!/work_time"/>
            <p:cNvSpPr/>
            <p:nvPr/>
          </p:nvSpPr>
          <p:spPr bwMode="auto">
            <a:xfrm>
              <a:off x="1130473" y="1051878"/>
              <a:ext cx="76244" cy="85684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稻壳儿春秋广告/盗版必究        原创来源：http://chn.docer.com/works?userid=199329941#!/work_time"/>
            <p:cNvSpPr/>
            <p:nvPr/>
          </p:nvSpPr>
          <p:spPr bwMode="auto">
            <a:xfrm>
              <a:off x="926429" y="1123765"/>
              <a:ext cx="39211" cy="92945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稻壳儿春秋广告/盗版必究        原创来源：http://chn.docer.com/works?userid=199329941#!/work_time"/>
            <p:cNvSpPr/>
            <p:nvPr/>
          </p:nvSpPr>
          <p:spPr bwMode="auto">
            <a:xfrm>
              <a:off x="691162" y="529787"/>
              <a:ext cx="509745" cy="548231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3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937775" y="169341"/>
              <a:ext cx="16518" cy="1787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9" name="稻壳儿春秋广告/盗版必究        原创来源：http://chn.docer.com/works?userid=199329941#!/work_time"/>
          <p:cNvSpPr/>
          <p:nvPr/>
        </p:nvSpPr>
        <p:spPr>
          <a:xfrm>
            <a:off x="6229350" y="1547495"/>
            <a:ext cx="5621020" cy="4903470"/>
          </a:xfrm>
          <a:prstGeom prst="rect">
            <a:avLst/>
          </a:prstGeom>
          <a:solidFill>
            <a:srgbClr val="FABF2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29230"/>
              </a:solidFill>
            </a:endParaRPr>
          </a:p>
        </p:txBody>
      </p:sp>
      <p:sp>
        <p:nvSpPr>
          <p:cNvPr id="42" name="稻壳儿春秋广告/盗版必究        原创来源：http://chn.docer.com/works?userid=199329941#!/work_time"/>
          <p:cNvSpPr/>
          <p:nvPr/>
        </p:nvSpPr>
        <p:spPr>
          <a:xfrm>
            <a:off x="8481578" y="939374"/>
            <a:ext cx="1172428" cy="1172426"/>
          </a:xfrm>
          <a:prstGeom prst="ellipse">
            <a:avLst/>
          </a:prstGeom>
          <a:solidFill>
            <a:srgbClr val="34313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稻壳儿春秋广告/盗版必究        原创来源：http://chn.docer.com/works?userid=199329941#!/work_time"/>
          <p:cNvSpPr/>
          <p:nvPr/>
        </p:nvSpPr>
        <p:spPr>
          <a:xfrm>
            <a:off x="8580104" y="1052504"/>
            <a:ext cx="975376" cy="975376"/>
          </a:xfrm>
          <a:prstGeom prst="ellipse">
            <a:avLst/>
          </a:prstGeom>
          <a:solidFill>
            <a:srgbClr val="FABF2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稻壳儿春秋广告/盗版必究        原创来源：http://chn.docer.com/works?userid=199329941#!/work_time"/>
          <p:cNvSpPr/>
          <p:nvPr/>
        </p:nvSpPr>
        <p:spPr>
          <a:xfrm>
            <a:off x="339725" y="1547495"/>
            <a:ext cx="5629275" cy="4903470"/>
          </a:xfrm>
          <a:prstGeom prst="rect">
            <a:avLst/>
          </a:prstGeom>
          <a:solidFill>
            <a:srgbClr val="F7F8F8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29230"/>
              </a:solidFill>
            </a:endParaRPr>
          </a:p>
        </p:txBody>
      </p:sp>
      <p:sp>
        <p:nvSpPr>
          <p:cNvPr id="78" name="稻壳儿春秋广告/盗版必究        原创来源：http://chn.docer.com/works?userid=199329941#!/work_time"/>
          <p:cNvSpPr/>
          <p:nvPr/>
        </p:nvSpPr>
        <p:spPr>
          <a:xfrm>
            <a:off x="2537994" y="965409"/>
            <a:ext cx="1172428" cy="1172426"/>
          </a:xfrm>
          <a:prstGeom prst="ellipse">
            <a:avLst/>
          </a:prstGeom>
          <a:solidFill>
            <a:srgbClr val="34313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稻壳儿春秋广告/盗版必究        原创来源：http://chn.docer.com/works?userid=199329941#!/work_time"/>
          <p:cNvSpPr/>
          <p:nvPr/>
        </p:nvSpPr>
        <p:spPr>
          <a:xfrm>
            <a:off x="2636520" y="1078539"/>
            <a:ext cx="975376" cy="975376"/>
          </a:xfrm>
          <a:prstGeom prst="ellipse">
            <a:avLst/>
          </a:prstGeom>
          <a:solidFill>
            <a:srgbClr val="F7F8F8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3" name="稻壳儿春秋广告/盗版必究        原创来源：http://chn.docer.com/works?userid=199329941#!/work_time"/>
          <p:cNvSpPr txBox="1"/>
          <p:nvPr/>
        </p:nvSpPr>
        <p:spPr>
          <a:xfrm>
            <a:off x="3710940" y="1677670"/>
            <a:ext cx="2258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Problems</a:t>
            </a:r>
            <a:endParaRPr lang="en-US" altLang="en-US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4" name="稻壳儿春秋广告/盗版必究        原创来源：http://chn.docer.com/works?userid=199329941#!/work_time"/>
          <p:cNvSpPr txBox="1"/>
          <p:nvPr/>
        </p:nvSpPr>
        <p:spPr>
          <a:xfrm>
            <a:off x="544195" y="2111375"/>
            <a:ext cx="5248910" cy="4338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 algn="l">
              <a:lnSpc>
                <a:spcPct val="150000"/>
              </a:lnSpc>
              <a:buFont typeface="Wingdings" panose="05000000000000000000" charset="0"/>
              <a:buAutoNum type="arabicPeriod"/>
            </a:pPr>
            <a:r>
              <a:rPr lang="en-US" altLang="en-US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Implement a hierarchical, single-realm multi-tenant model</a:t>
            </a:r>
            <a:b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 main “provider” tenant (Admin organization) manages multiple customer tenants within the same realm.</a:t>
            </a:r>
            <a:endParaRPr lang="en-US" altLang="en-US" sz="9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28600" indent="-228600" algn="l">
              <a:lnSpc>
                <a:spcPct val="150000"/>
              </a:lnSpc>
              <a:buFont typeface="Wingdings" panose="05000000000000000000" charset="0"/>
              <a:buAutoNum type="arabicPeriod"/>
            </a:pPr>
            <a:r>
              <a:rPr lang="en-US" altLang="en-US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Enable fine-grained, tenant-aware authorization</a:t>
            </a:r>
            <a:b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Each customer tenant has its own groups, and users can hold different roles per group, depending on their tenant membership.</a:t>
            </a:r>
            <a:endParaRPr lang="en-US" altLang="en-US" sz="9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28600" indent="-228600" algn="l">
              <a:lnSpc>
                <a:spcPct val="150000"/>
              </a:lnSpc>
              <a:buFont typeface="Wingdings" panose="05000000000000000000" charset="0"/>
              <a:buAutoNum type="arabicPeriod"/>
            </a:pPr>
            <a:r>
              <a:rPr lang="en-US" altLang="en-US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Ensure reusable roles with dynamically created groups</a:t>
            </a:r>
            <a:b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Roles are centrally defined, while groups are created on the fly and must inherit the correct permissions automatically.</a:t>
            </a:r>
            <a:endParaRPr lang="en-US" altLang="en-US" sz="9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28600" indent="-228600" algn="l">
              <a:lnSpc>
                <a:spcPct val="150000"/>
              </a:lnSpc>
              <a:buFont typeface="Wingdings" panose="05000000000000000000" charset="0"/>
              <a:buAutoNum type="arabicPeriod"/>
            </a:pPr>
            <a:r>
              <a:rPr lang="en-US" altLang="en-US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Externalize authorization logic</a:t>
            </a:r>
            <a:br>
              <a:rPr lang="en-US" altLang="en-US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Move permission evaluation to Keycloak Authorization Services, making the API rely on UMA-driven policies instead of internal role checks.</a:t>
            </a:r>
            <a:endParaRPr lang="en-US" altLang="en-US" sz="9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28600" indent="-228600" algn="l">
              <a:lnSpc>
                <a:spcPct val="150000"/>
              </a:lnSpc>
              <a:buFont typeface="Wingdings" panose="05000000000000000000" charset="0"/>
              <a:buAutoNum type="arabicPeriod"/>
            </a:pPr>
            <a:r>
              <a:rPr lang="en-US" altLang="en-US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Customize the user onboarding flow</a:t>
            </a:r>
            <a:br>
              <a:rPr lang="en-US" altLang="en-US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Provide a post-registration process tailored to the tenant context (e.g., onboarding the tenant).</a:t>
            </a:r>
            <a:endParaRPr lang="en-US" altLang="en-US" sz="9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5" name="稻壳儿春秋广告/盗版必究        原创来源：http://chn.docer.com/works?userid=199329941#!/work_time"/>
          <p:cNvSpPr txBox="1"/>
          <p:nvPr/>
        </p:nvSpPr>
        <p:spPr>
          <a:xfrm>
            <a:off x="6229985" y="1677670"/>
            <a:ext cx="2252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Solutions</a:t>
            </a:r>
            <a:endParaRPr lang="en-US" altLang="en-US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6" name="稻壳儿春秋广告/盗版必究        原创来源：http://chn.docer.com/works?userid=199329941#!/work_time"/>
          <p:cNvSpPr txBox="1"/>
          <p:nvPr/>
        </p:nvSpPr>
        <p:spPr>
          <a:xfrm>
            <a:off x="6374765" y="2045970"/>
            <a:ext cx="5320030" cy="4404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en-US" sz="8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Since Keycloak is not natively designed for multi-tenancy—and its “Organizations” feature is still a work in progress—several extensions were required:</a:t>
            </a:r>
            <a:endParaRPr lang="en-US" altLang="en-US" sz="12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en-US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1. Custom REST Endpoints</a:t>
            </a:r>
            <a:endParaRPr lang="en-US" altLang="en-US" sz="12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Added endpoints to extend the base Organizations feature with additional tenant-aware logic.</a:t>
            </a:r>
            <a:endParaRPr lang="en-US" altLang="en-US" sz="9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ea"/>
              </a:rPr>
              <a:t>Implemented support for generating a tenant structure template to standardize how new tenants are created and configured.</a:t>
            </a:r>
            <a:endParaRPr lang="en-US" altLang="en-US" sz="9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en-US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2. Admin UI Extensions</a:t>
            </a:r>
            <a:endParaRPr lang="en-US" altLang="en-US" sz="12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ea"/>
              </a:rPr>
              <a:t>Extended the Keycloak Admin Console to integrate tenant-scoped logic.</a:t>
            </a:r>
            <a:endParaRPr lang="en-US" altLang="en-US" sz="9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ea"/>
              </a:rPr>
              <a:t>Enabled the use of custom authorization policies directly within the UI, including:</a:t>
            </a:r>
            <a:endParaRPr lang="en-US" altLang="en-US" sz="9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ea"/>
              </a:rPr>
              <a:t>organization-membership</a:t>
            </a:r>
            <a:endParaRPr lang="en-US" altLang="en-US" sz="9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ea"/>
              </a:rPr>
              <a:t>organization-role</a:t>
            </a:r>
            <a:endParaRPr lang="en-US" altLang="en-US" sz="9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ea"/>
              </a:rPr>
              <a:t>organization-group-role</a:t>
            </a:r>
            <a:endParaRPr lang="en-US" altLang="en-US" sz="9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ea"/>
              </a:rPr>
              <a:t>organization-group-membership</a:t>
            </a:r>
            <a:endParaRPr lang="en-US" altLang="en-US" sz="9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lvl="0"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3. Custom Authorization Policies</a:t>
            </a:r>
            <a:endParaRPr lang="en-US" altLang="en-US" sz="12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Implemented tenant-level access control by validating:</a:t>
            </a:r>
            <a:endParaRPr lang="en-US" altLang="en-US" sz="9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Whether the user belongs to the target organization.</a:t>
            </a:r>
            <a:endParaRPr lang="en-US" altLang="en-US" sz="9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9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Whether the user has the correct tenant role or group role.</a:t>
            </a:r>
            <a:endParaRPr lang="en-US" altLang="en-US" sz="9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en-US" sz="12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4. Custom Required Actions</a:t>
            </a:r>
            <a:endParaRPr lang="en-US" altLang="en-US" sz="12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en-US" sz="8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Created required actions to enforce mandatory user tasks before account access is granted.</a:t>
            </a:r>
            <a:endParaRPr lang="en-US" altLang="en-US" sz="8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en-US" sz="800" dirty="0">
                <a:solidFill>
                  <a:srgbClr val="34313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Example: forcing users to complete tenant onboarding details before they can continue using the system.</a:t>
            </a:r>
            <a:endParaRPr lang="en-US" altLang="en-US" sz="800" dirty="0">
              <a:solidFill>
                <a:srgbClr val="34313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7" name="稻壳儿春秋广告/盗版必究        原创来源：http://chn.docer.com/works?userid=199329941#!/work_time"/>
          <p:cNvSpPr/>
          <p:nvPr/>
        </p:nvSpPr>
        <p:spPr>
          <a:xfrm>
            <a:off x="8944303" y="1374902"/>
            <a:ext cx="245708" cy="302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85" y="16200"/>
                </a:moveTo>
                <a:cubicBezTo>
                  <a:pt x="5815" y="16200"/>
                  <a:pt x="5815" y="16200"/>
                  <a:pt x="5815" y="16200"/>
                </a:cubicBezTo>
                <a:cubicBezTo>
                  <a:pt x="5400" y="16200"/>
                  <a:pt x="4985" y="16538"/>
                  <a:pt x="4985" y="16875"/>
                </a:cubicBezTo>
                <a:cubicBezTo>
                  <a:pt x="4985" y="17213"/>
                  <a:pt x="5400" y="17550"/>
                  <a:pt x="5815" y="17550"/>
                </a:cubicBezTo>
                <a:cubicBezTo>
                  <a:pt x="15785" y="17550"/>
                  <a:pt x="15785" y="17550"/>
                  <a:pt x="15785" y="17550"/>
                </a:cubicBezTo>
                <a:cubicBezTo>
                  <a:pt x="16200" y="17550"/>
                  <a:pt x="16615" y="17213"/>
                  <a:pt x="16615" y="16875"/>
                </a:cubicBezTo>
                <a:cubicBezTo>
                  <a:pt x="16615" y="16538"/>
                  <a:pt x="16200" y="16200"/>
                  <a:pt x="15785" y="16200"/>
                </a:cubicBezTo>
                <a:close/>
                <a:moveTo>
                  <a:pt x="19108" y="3375"/>
                </a:moveTo>
                <a:cubicBezTo>
                  <a:pt x="17446" y="3375"/>
                  <a:pt x="17446" y="3375"/>
                  <a:pt x="17446" y="3375"/>
                </a:cubicBezTo>
                <a:cubicBezTo>
                  <a:pt x="17446" y="2700"/>
                  <a:pt x="16615" y="2025"/>
                  <a:pt x="15785" y="2025"/>
                </a:cubicBezTo>
                <a:cubicBezTo>
                  <a:pt x="14954" y="2025"/>
                  <a:pt x="14954" y="2025"/>
                  <a:pt x="14954" y="2025"/>
                </a:cubicBezTo>
                <a:cubicBezTo>
                  <a:pt x="14954" y="1350"/>
                  <a:pt x="14954" y="1350"/>
                  <a:pt x="14954" y="1350"/>
                </a:cubicBezTo>
                <a:cubicBezTo>
                  <a:pt x="14954" y="675"/>
                  <a:pt x="14123" y="0"/>
                  <a:pt x="13292" y="0"/>
                </a:cubicBezTo>
                <a:cubicBezTo>
                  <a:pt x="8308" y="0"/>
                  <a:pt x="8308" y="0"/>
                  <a:pt x="8308" y="0"/>
                </a:cubicBezTo>
                <a:cubicBezTo>
                  <a:pt x="7477" y="0"/>
                  <a:pt x="6646" y="675"/>
                  <a:pt x="6646" y="1350"/>
                </a:cubicBezTo>
                <a:cubicBezTo>
                  <a:pt x="6646" y="2025"/>
                  <a:pt x="6646" y="2025"/>
                  <a:pt x="6646" y="2025"/>
                </a:cubicBezTo>
                <a:cubicBezTo>
                  <a:pt x="5815" y="2025"/>
                  <a:pt x="5815" y="2025"/>
                  <a:pt x="5815" y="2025"/>
                </a:cubicBezTo>
                <a:cubicBezTo>
                  <a:pt x="4985" y="2025"/>
                  <a:pt x="4154" y="2700"/>
                  <a:pt x="4154" y="3375"/>
                </a:cubicBezTo>
                <a:cubicBezTo>
                  <a:pt x="2492" y="3375"/>
                  <a:pt x="2492" y="3375"/>
                  <a:pt x="2492" y="3375"/>
                </a:cubicBezTo>
                <a:cubicBezTo>
                  <a:pt x="1038" y="3375"/>
                  <a:pt x="0" y="4219"/>
                  <a:pt x="0" y="5400"/>
                </a:cubicBezTo>
                <a:cubicBezTo>
                  <a:pt x="0" y="19575"/>
                  <a:pt x="0" y="19575"/>
                  <a:pt x="0" y="19575"/>
                </a:cubicBezTo>
                <a:cubicBezTo>
                  <a:pt x="0" y="20756"/>
                  <a:pt x="1038" y="21600"/>
                  <a:pt x="2492" y="21600"/>
                </a:cubicBezTo>
                <a:cubicBezTo>
                  <a:pt x="19108" y="21600"/>
                  <a:pt x="19108" y="21600"/>
                  <a:pt x="19108" y="21600"/>
                </a:cubicBezTo>
                <a:cubicBezTo>
                  <a:pt x="20562" y="21600"/>
                  <a:pt x="21600" y="20756"/>
                  <a:pt x="21600" y="19575"/>
                </a:cubicBezTo>
                <a:cubicBezTo>
                  <a:pt x="21600" y="5400"/>
                  <a:pt x="21600" y="5400"/>
                  <a:pt x="21600" y="5400"/>
                </a:cubicBezTo>
                <a:cubicBezTo>
                  <a:pt x="21600" y="4219"/>
                  <a:pt x="20562" y="3375"/>
                  <a:pt x="19108" y="3375"/>
                </a:cubicBezTo>
                <a:close/>
                <a:moveTo>
                  <a:pt x="7062" y="3375"/>
                </a:moveTo>
                <a:cubicBezTo>
                  <a:pt x="8308" y="3375"/>
                  <a:pt x="8308" y="3375"/>
                  <a:pt x="8308" y="3375"/>
                </a:cubicBezTo>
                <a:cubicBezTo>
                  <a:pt x="8308" y="2700"/>
                  <a:pt x="8308" y="2700"/>
                  <a:pt x="8308" y="2700"/>
                </a:cubicBezTo>
                <a:cubicBezTo>
                  <a:pt x="8308" y="2025"/>
                  <a:pt x="9138" y="1350"/>
                  <a:pt x="9969" y="1350"/>
                </a:cubicBezTo>
                <a:cubicBezTo>
                  <a:pt x="11631" y="1350"/>
                  <a:pt x="11631" y="1350"/>
                  <a:pt x="11631" y="1350"/>
                </a:cubicBezTo>
                <a:cubicBezTo>
                  <a:pt x="12462" y="1350"/>
                  <a:pt x="13292" y="2025"/>
                  <a:pt x="13292" y="2700"/>
                </a:cubicBezTo>
                <a:cubicBezTo>
                  <a:pt x="13292" y="3375"/>
                  <a:pt x="13292" y="3375"/>
                  <a:pt x="13292" y="3375"/>
                </a:cubicBezTo>
                <a:cubicBezTo>
                  <a:pt x="14538" y="3375"/>
                  <a:pt x="14538" y="3375"/>
                  <a:pt x="14538" y="3375"/>
                </a:cubicBezTo>
                <a:cubicBezTo>
                  <a:pt x="15162" y="3375"/>
                  <a:pt x="15785" y="3881"/>
                  <a:pt x="15785" y="4388"/>
                </a:cubicBezTo>
                <a:cubicBezTo>
                  <a:pt x="15785" y="4894"/>
                  <a:pt x="15162" y="5400"/>
                  <a:pt x="14538" y="5400"/>
                </a:cubicBezTo>
                <a:cubicBezTo>
                  <a:pt x="7062" y="5400"/>
                  <a:pt x="7062" y="5400"/>
                  <a:pt x="7062" y="5400"/>
                </a:cubicBezTo>
                <a:cubicBezTo>
                  <a:pt x="6438" y="5400"/>
                  <a:pt x="5815" y="4894"/>
                  <a:pt x="5815" y="4388"/>
                </a:cubicBezTo>
                <a:cubicBezTo>
                  <a:pt x="5815" y="3881"/>
                  <a:pt x="6438" y="3375"/>
                  <a:pt x="7062" y="3375"/>
                </a:cubicBezTo>
                <a:close/>
                <a:moveTo>
                  <a:pt x="19938" y="18900"/>
                </a:moveTo>
                <a:cubicBezTo>
                  <a:pt x="19938" y="19744"/>
                  <a:pt x="19108" y="20250"/>
                  <a:pt x="18277" y="20250"/>
                </a:cubicBezTo>
                <a:cubicBezTo>
                  <a:pt x="3323" y="20250"/>
                  <a:pt x="3323" y="20250"/>
                  <a:pt x="3323" y="20250"/>
                </a:cubicBezTo>
                <a:cubicBezTo>
                  <a:pt x="2492" y="20250"/>
                  <a:pt x="1662" y="19744"/>
                  <a:pt x="1662" y="18900"/>
                </a:cubicBezTo>
                <a:cubicBezTo>
                  <a:pt x="1662" y="6075"/>
                  <a:pt x="1662" y="6075"/>
                  <a:pt x="1662" y="6075"/>
                </a:cubicBezTo>
                <a:cubicBezTo>
                  <a:pt x="1662" y="5400"/>
                  <a:pt x="2492" y="4725"/>
                  <a:pt x="3323" y="4725"/>
                </a:cubicBezTo>
                <a:cubicBezTo>
                  <a:pt x="4154" y="4725"/>
                  <a:pt x="4154" y="4725"/>
                  <a:pt x="4154" y="4725"/>
                </a:cubicBezTo>
                <a:cubicBezTo>
                  <a:pt x="4154" y="5400"/>
                  <a:pt x="4154" y="5400"/>
                  <a:pt x="4154" y="5400"/>
                </a:cubicBezTo>
                <a:cubicBezTo>
                  <a:pt x="4154" y="6244"/>
                  <a:pt x="4985" y="6750"/>
                  <a:pt x="5815" y="6750"/>
                </a:cubicBezTo>
                <a:cubicBezTo>
                  <a:pt x="15785" y="6750"/>
                  <a:pt x="15785" y="6750"/>
                  <a:pt x="15785" y="6750"/>
                </a:cubicBezTo>
                <a:cubicBezTo>
                  <a:pt x="16823" y="6750"/>
                  <a:pt x="17238" y="6075"/>
                  <a:pt x="17446" y="5400"/>
                </a:cubicBezTo>
                <a:cubicBezTo>
                  <a:pt x="17446" y="5231"/>
                  <a:pt x="17446" y="4894"/>
                  <a:pt x="17446" y="4725"/>
                </a:cubicBezTo>
                <a:cubicBezTo>
                  <a:pt x="18277" y="4725"/>
                  <a:pt x="18277" y="4725"/>
                  <a:pt x="18277" y="4725"/>
                </a:cubicBezTo>
                <a:cubicBezTo>
                  <a:pt x="19108" y="4725"/>
                  <a:pt x="19938" y="5400"/>
                  <a:pt x="19938" y="6075"/>
                </a:cubicBezTo>
                <a:cubicBezTo>
                  <a:pt x="19938" y="18900"/>
                  <a:pt x="19938" y="18900"/>
                  <a:pt x="19938" y="18900"/>
                </a:cubicBezTo>
                <a:close/>
                <a:moveTo>
                  <a:pt x="15785" y="12825"/>
                </a:moveTo>
                <a:cubicBezTo>
                  <a:pt x="5815" y="12825"/>
                  <a:pt x="5815" y="12825"/>
                  <a:pt x="5815" y="12825"/>
                </a:cubicBezTo>
                <a:cubicBezTo>
                  <a:pt x="5400" y="12825"/>
                  <a:pt x="4985" y="13162"/>
                  <a:pt x="4985" y="13500"/>
                </a:cubicBezTo>
                <a:cubicBezTo>
                  <a:pt x="4985" y="13838"/>
                  <a:pt x="5400" y="14175"/>
                  <a:pt x="5815" y="14175"/>
                </a:cubicBezTo>
                <a:cubicBezTo>
                  <a:pt x="15785" y="14175"/>
                  <a:pt x="15785" y="14175"/>
                  <a:pt x="15785" y="14175"/>
                </a:cubicBezTo>
                <a:cubicBezTo>
                  <a:pt x="16200" y="14175"/>
                  <a:pt x="16615" y="13838"/>
                  <a:pt x="16615" y="13500"/>
                </a:cubicBezTo>
                <a:cubicBezTo>
                  <a:pt x="16615" y="13162"/>
                  <a:pt x="16200" y="12825"/>
                  <a:pt x="15785" y="12825"/>
                </a:cubicBezTo>
                <a:close/>
                <a:moveTo>
                  <a:pt x="15785" y="9450"/>
                </a:moveTo>
                <a:cubicBezTo>
                  <a:pt x="5815" y="9450"/>
                  <a:pt x="5815" y="9450"/>
                  <a:pt x="5815" y="9450"/>
                </a:cubicBezTo>
                <a:cubicBezTo>
                  <a:pt x="5400" y="9450"/>
                  <a:pt x="4985" y="9788"/>
                  <a:pt x="4985" y="10125"/>
                </a:cubicBezTo>
                <a:cubicBezTo>
                  <a:pt x="4985" y="10462"/>
                  <a:pt x="5400" y="10800"/>
                  <a:pt x="5815" y="10800"/>
                </a:cubicBezTo>
                <a:cubicBezTo>
                  <a:pt x="15785" y="10800"/>
                  <a:pt x="15785" y="10800"/>
                  <a:pt x="15785" y="10800"/>
                </a:cubicBezTo>
                <a:cubicBezTo>
                  <a:pt x="16200" y="10800"/>
                  <a:pt x="16615" y="10462"/>
                  <a:pt x="16615" y="10125"/>
                </a:cubicBezTo>
                <a:cubicBezTo>
                  <a:pt x="16615" y="9788"/>
                  <a:pt x="16200" y="9450"/>
                  <a:pt x="15785" y="9450"/>
                </a:cubicBezTo>
                <a:close/>
              </a:path>
            </a:pathLst>
          </a:custGeom>
          <a:solidFill>
            <a:srgbClr val="343131"/>
          </a:solidFill>
          <a:ln w="12700">
            <a:miter lim="400000"/>
          </a:ln>
        </p:spPr>
        <p:txBody>
          <a:bodyPr lIns="22860" rIns="22860"/>
          <a:lstStyle/>
          <a:p>
            <a:pPr defTabSz="1219200">
              <a:defRPr sz="4800">
                <a:solidFill>
                  <a:srgbClr val="27282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2400"/>
          </a:p>
        </p:txBody>
      </p:sp>
      <p:sp>
        <p:nvSpPr>
          <p:cNvPr id="88" name="稻壳儿春秋广告/盗版必究        原创来源：http://chn.docer.com/works?userid=199329941#!/work_time"/>
          <p:cNvSpPr/>
          <p:nvPr/>
        </p:nvSpPr>
        <p:spPr>
          <a:xfrm>
            <a:off x="2972253" y="1428520"/>
            <a:ext cx="302641" cy="2754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972" extrusionOk="0">
                <a:moveTo>
                  <a:pt x="14850" y="5040"/>
                </a:moveTo>
                <a:cubicBezTo>
                  <a:pt x="2025" y="5040"/>
                  <a:pt x="2025" y="5040"/>
                  <a:pt x="2025" y="5040"/>
                </a:cubicBezTo>
                <a:cubicBezTo>
                  <a:pt x="844" y="5040"/>
                  <a:pt x="0" y="6120"/>
                  <a:pt x="0" y="7200"/>
                </a:cubicBezTo>
                <a:cubicBezTo>
                  <a:pt x="0" y="15840"/>
                  <a:pt x="0" y="15840"/>
                  <a:pt x="0" y="15840"/>
                </a:cubicBezTo>
                <a:cubicBezTo>
                  <a:pt x="0" y="17100"/>
                  <a:pt x="844" y="18000"/>
                  <a:pt x="2025" y="18000"/>
                </a:cubicBezTo>
                <a:cubicBezTo>
                  <a:pt x="3375" y="18000"/>
                  <a:pt x="3375" y="18000"/>
                  <a:pt x="3375" y="18000"/>
                </a:cubicBezTo>
                <a:cubicBezTo>
                  <a:pt x="3375" y="19620"/>
                  <a:pt x="3375" y="19620"/>
                  <a:pt x="3375" y="19620"/>
                </a:cubicBezTo>
                <a:cubicBezTo>
                  <a:pt x="3544" y="20520"/>
                  <a:pt x="4556" y="21600"/>
                  <a:pt x="6075" y="20520"/>
                </a:cubicBezTo>
                <a:cubicBezTo>
                  <a:pt x="8606" y="18000"/>
                  <a:pt x="8606" y="18000"/>
                  <a:pt x="8606" y="18000"/>
                </a:cubicBezTo>
                <a:cubicBezTo>
                  <a:pt x="14850" y="18000"/>
                  <a:pt x="14850" y="18000"/>
                  <a:pt x="14850" y="18000"/>
                </a:cubicBezTo>
                <a:cubicBezTo>
                  <a:pt x="16031" y="18000"/>
                  <a:pt x="16875" y="17100"/>
                  <a:pt x="16875" y="15840"/>
                </a:cubicBezTo>
                <a:cubicBezTo>
                  <a:pt x="16875" y="7200"/>
                  <a:pt x="16875" y="7200"/>
                  <a:pt x="16875" y="7200"/>
                </a:cubicBezTo>
                <a:cubicBezTo>
                  <a:pt x="16875" y="6120"/>
                  <a:pt x="16031" y="5040"/>
                  <a:pt x="14850" y="5040"/>
                </a:cubicBezTo>
                <a:close/>
                <a:moveTo>
                  <a:pt x="15525" y="15120"/>
                </a:moveTo>
                <a:cubicBezTo>
                  <a:pt x="15525" y="16020"/>
                  <a:pt x="14850" y="16560"/>
                  <a:pt x="14175" y="16560"/>
                </a:cubicBezTo>
                <a:cubicBezTo>
                  <a:pt x="9788" y="16560"/>
                  <a:pt x="9788" y="16560"/>
                  <a:pt x="9788" y="16560"/>
                </a:cubicBezTo>
                <a:cubicBezTo>
                  <a:pt x="8269" y="16560"/>
                  <a:pt x="8269" y="16560"/>
                  <a:pt x="8269" y="16560"/>
                </a:cubicBezTo>
                <a:cubicBezTo>
                  <a:pt x="5231" y="19440"/>
                  <a:pt x="5231" y="19440"/>
                  <a:pt x="5231" y="19440"/>
                </a:cubicBezTo>
                <a:cubicBezTo>
                  <a:pt x="4725" y="19800"/>
                  <a:pt x="4725" y="18720"/>
                  <a:pt x="4725" y="18720"/>
                </a:cubicBezTo>
                <a:cubicBezTo>
                  <a:pt x="4725" y="17640"/>
                  <a:pt x="4725" y="17640"/>
                  <a:pt x="4725" y="17640"/>
                </a:cubicBezTo>
                <a:cubicBezTo>
                  <a:pt x="4725" y="17280"/>
                  <a:pt x="4725" y="16560"/>
                  <a:pt x="4725" y="16560"/>
                </a:cubicBezTo>
                <a:cubicBezTo>
                  <a:pt x="4725" y="16560"/>
                  <a:pt x="4388" y="16560"/>
                  <a:pt x="4050" y="16560"/>
                </a:cubicBezTo>
                <a:cubicBezTo>
                  <a:pt x="2700" y="16560"/>
                  <a:pt x="2700" y="16560"/>
                  <a:pt x="2700" y="16560"/>
                </a:cubicBezTo>
                <a:cubicBezTo>
                  <a:pt x="2025" y="16560"/>
                  <a:pt x="1350" y="16020"/>
                  <a:pt x="1350" y="15120"/>
                </a:cubicBezTo>
                <a:cubicBezTo>
                  <a:pt x="1350" y="7920"/>
                  <a:pt x="1350" y="7920"/>
                  <a:pt x="1350" y="7920"/>
                </a:cubicBezTo>
                <a:cubicBezTo>
                  <a:pt x="1350" y="7200"/>
                  <a:pt x="2025" y="6480"/>
                  <a:pt x="2700" y="6480"/>
                </a:cubicBezTo>
                <a:cubicBezTo>
                  <a:pt x="14175" y="6480"/>
                  <a:pt x="14175" y="6480"/>
                  <a:pt x="14175" y="6480"/>
                </a:cubicBezTo>
                <a:cubicBezTo>
                  <a:pt x="14850" y="6480"/>
                  <a:pt x="15525" y="7200"/>
                  <a:pt x="15525" y="7920"/>
                </a:cubicBezTo>
                <a:cubicBezTo>
                  <a:pt x="15525" y="15120"/>
                  <a:pt x="15525" y="15120"/>
                  <a:pt x="15525" y="15120"/>
                </a:cubicBezTo>
                <a:close/>
                <a:moveTo>
                  <a:pt x="19575" y="0"/>
                </a:moveTo>
                <a:cubicBezTo>
                  <a:pt x="7425" y="0"/>
                  <a:pt x="7425" y="0"/>
                  <a:pt x="7425" y="0"/>
                </a:cubicBezTo>
                <a:cubicBezTo>
                  <a:pt x="6244" y="0"/>
                  <a:pt x="5400" y="900"/>
                  <a:pt x="5400" y="2160"/>
                </a:cubicBezTo>
                <a:cubicBezTo>
                  <a:pt x="5400" y="3600"/>
                  <a:pt x="5400" y="3600"/>
                  <a:pt x="5400" y="3600"/>
                </a:cubicBezTo>
                <a:cubicBezTo>
                  <a:pt x="6750" y="3600"/>
                  <a:pt x="6750" y="3600"/>
                  <a:pt x="6750" y="3600"/>
                </a:cubicBezTo>
                <a:cubicBezTo>
                  <a:pt x="6750" y="2880"/>
                  <a:pt x="6750" y="2880"/>
                  <a:pt x="6750" y="2880"/>
                </a:cubicBezTo>
                <a:cubicBezTo>
                  <a:pt x="6750" y="2160"/>
                  <a:pt x="7425" y="1440"/>
                  <a:pt x="8100" y="1440"/>
                </a:cubicBezTo>
                <a:cubicBezTo>
                  <a:pt x="18900" y="1440"/>
                  <a:pt x="18900" y="1440"/>
                  <a:pt x="18900" y="1440"/>
                </a:cubicBezTo>
                <a:cubicBezTo>
                  <a:pt x="19575" y="1440"/>
                  <a:pt x="20250" y="2160"/>
                  <a:pt x="20250" y="2880"/>
                </a:cubicBezTo>
                <a:cubicBezTo>
                  <a:pt x="20250" y="10080"/>
                  <a:pt x="20250" y="10080"/>
                  <a:pt x="20250" y="10080"/>
                </a:cubicBezTo>
                <a:cubicBezTo>
                  <a:pt x="20250" y="10800"/>
                  <a:pt x="19575" y="11520"/>
                  <a:pt x="18900" y="11520"/>
                </a:cubicBezTo>
                <a:cubicBezTo>
                  <a:pt x="18225" y="11520"/>
                  <a:pt x="18225" y="11520"/>
                  <a:pt x="18225" y="11520"/>
                </a:cubicBezTo>
                <a:cubicBezTo>
                  <a:pt x="18225" y="12960"/>
                  <a:pt x="18225" y="12960"/>
                  <a:pt x="18225" y="12960"/>
                </a:cubicBezTo>
                <a:cubicBezTo>
                  <a:pt x="19575" y="12960"/>
                  <a:pt x="19575" y="12960"/>
                  <a:pt x="19575" y="12960"/>
                </a:cubicBezTo>
                <a:cubicBezTo>
                  <a:pt x="20756" y="12960"/>
                  <a:pt x="21600" y="12060"/>
                  <a:pt x="21600" y="10800"/>
                </a:cubicBezTo>
                <a:cubicBezTo>
                  <a:pt x="21600" y="2160"/>
                  <a:pt x="21600" y="2160"/>
                  <a:pt x="21600" y="2160"/>
                </a:cubicBezTo>
                <a:cubicBezTo>
                  <a:pt x="21600" y="900"/>
                  <a:pt x="20756" y="0"/>
                  <a:pt x="19575" y="0"/>
                </a:cubicBezTo>
                <a:close/>
                <a:moveTo>
                  <a:pt x="12150" y="9360"/>
                </a:moveTo>
                <a:cubicBezTo>
                  <a:pt x="4725" y="9360"/>
                  <a:pt x="4725" y="9360"/>
                  <a:pt x="4725" y="9360"/>
                </a:cubicBezTo>
                <a:cubicBezTo>
                  <a:pt x="4388" y="9360"/>
                  <a:pt x="4050" y="9720"/>
                  <a:pt x="4050" y="10080"/>
                </a:cubicBezTo>
                <a:cubicBezTo>
                  <a:pt x="4050" y="10440"/>
                  <a:pt x="4388" y="10800"/>
                  <a:pt x="4725" y="10800"/>
                </a:cubicBezTo>
                <a:cubicBezTo>
                  <a:pt x="12150" y="10800"/>
                  <a:pt x="12150" y="10800"/>
                  <a:pt x="12150" y="10800"/>
                </a:cubicBezTo>
                <a:cubicBezTo>
                  <a:pt x="12488" y="10800"/>
                  <a:pt x="12825" y="10440"/>
                  <a:pt x="12825" y="10080"/>
                </a:cubicBezTo>
                <a:cubicBezTo>
                  <a:pt x="12825" y="9720"/>
                  <a:pt x="12488" y="9360"/>
                  <a:pt x="12150" y="9360"/>
                </a:cubicBezTo>
                <a:close/>
                <a:moveTo>
                  <a:pt x="10800" y="12240"/>
                </a:moveTo>
                <a:cubicBezTo>
                  <a:pt x="4725" y="12240"/>
                  <a:pt x="4725" y="12240"/>
                  <a:pt x="4725" y="12240"/>
                </a:cubicBezTo>
                <a:cubicBezTo>
                  <a:pt x="4388" y="12240"/>
                  <a:pt x="4050" y="12600"/>
                  <a:pt x="4050" y="12960"/>
                </a:cubicBezTo>
                <a:cubicBezTo>
                  <a:pt x="4050" y="13500"/>
                  <a:pt x="4388" y="13680"/>
                  <a:pt x="4725" y="13680"/>
                </a:cubicBezTo>
                <a:cubicBezTo>
                  <a:pt x="10800" y="13680"/>
                  <a:pt x="10800" y="13680"/>
                  <a:pt x="10800" y="13680"/>
                </a:cubicBezTo>
                <a:cubicBezTo>
                  <a:pt x="11138" y="13680"/>
                  <a:pt x="11475" y="13500"/>
                  <a:pt x="11475" y="12960"/>
                </a:cubicBezTo>
                <a:cubicBezTo>
                  <a:pt x="11475" y="12600"/>
                  <a:pt x="11138" y="12240"/>
                  <a:pt x="10800" y="12240"/>
                </a:cubicBezTo>
                <a:close/>
              </a:path>
            </a:pathLst>
          </a:custGeom>
          <a:solidFill>
            <a:srgbClr val="343131"/>
          </a:solidFill>
          <a:ln w="12700">
            <a:miter lim="400000"/>
          </a:ln>
        </p:spPr>
        <p:txBody>
          <a:bodyPr lIns="22860" rIns="22860"/>
          <a:lstStyle/>
          <a:p>
            <a:pPr defTabSz="1219200">
              <a:defRPr sz="4800">
                <a:solidFill>
                  <a:srgbClr val="27282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10837058" y="0"/>
            <a:ext cx="793664" cy="1216710"/>
            <a:chOff x="1213556" y="1559117"/>
            <a:chExt cx="1093082" cy="1675726"/>
          </a:xfrm>
        </p:grpSpPr>
        <p:sp>
          <p:nvSpPr>
            <p:cNvPr id="54" name="稻壳儿春秋广告/盗版必究        原创来源：http://chn.docer.com/works?userid=199329941#!/work_time"/>
            <p:cNvSpPr/>
            <p:nvPr/>
          </p:nvSpPr>
          <p:spPr bwMode="auto">
            <a:xfrm>
              <a:off x="1617586" y="2027550"/>
              <a:ext cx="298022" cy="246221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5" name="稻壳儿春秋广告/盗版必究        原创来源：http://chn.docer.com/works?userid=199329941#!/work_time"/>
            <p:cNvSpPr/>
            <p:nvPr/>
          </p:nvSpPr>
          <p:spPr bwMode="auto">
            <a:xfrm>
              <a:off x="1270561" y="2424783"/>
              <a:ext cx="124009" cy="9400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稻壳儿春秋广告/盗版必究        原创来源：http://chn.docer.com/works?userid=199329941#!/work_time"/>
            <p:cNvSpPr/>
            <p:nvPr/>
          </p:nvSpPr>
          <p:spPr bwMode="auto">
            <a:xfrm>
              <a:off x="2138625" y="2422782"/>
              <a:ext cx="124009" cy="9400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稻壳儿春秋广告/盗版必究        原创来源：http://chn.docer.com/works?userid=199329941#!/work_time"/>
            <p:cNvSpPr/>
            <p:nvPr/>
          </p:nvSpPr>
          <p:spPr bwMode="auto">
            <a:xfrm>
              <a:off x="1213556" y="2756807"/>
              <a:ext cx="143011" cy="75006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稻壳儿春秋广告/盗版必究        原创来源：http://chn.docer.com/works?userid=199329941#!/work_time"/>
            <p:cNvSpPr/>
            <p:nvPr/>
          </p:nvSpPr>
          <p:spPr bwMode="auto">
            <a:xfrm>
              <a:off x="2176628" y="2751807"/>
              <a:ext cx="130010" cy="7600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稻壳儿春秋广告/盗版必究        原创来源：http://chn.docer.com/works?userid=199329941#!/work_time"/>
            <p:cNvSpPr/>
            <p:nvPr/>
          </p:nvSpPr>
          <p:spPr bwMode="auto">
            <a:xfrm>
              <a:off x="1407570" y="3005826"/>
              <a:ext cx="109008" cy="120009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稻壳儿春秋广告/盗版必究        原创来源：http://chn.docer.com/works?userid=199329941#!/work_time"/>
            <p:cNvSpPr/>
            <p:nvPr/>
          </p:nvSpPr>
          <p:spPr bwMode="auto">
            <a:xfrm>
              <a:off x="2020617" y="3007826"/>
              <a:ext cx="105008" cy="118009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稻壳儿春秋广告/盗版必究        原创来源：http://chn.docer.com/works?userid=199329941#!/work_time"/>
            <p:cNvSpPr/>
            <p:nvPr/>
          </p:nvSpPr>
          <p:spPr bwMode="auto">
            <a:xfrm>
              <a:off x="1739595" y="3106833"/>
              <a:ext cx="54004" cy="128010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稻壳儿春秋广告/盗版必究        原创来源：http://chn.docer.com/works?userid=199329941#!/work_time"/>
            <p:cNvSpPr/>
            <p:nvPr/>
          </p:nvSpPr>
          <p:spPr bwMode="auto">
            <a:xfrm>
              <a:off x="1415571" y="2288772"/>
              <a:ext cx="702052" cy="755057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65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1755222" y="1559117"/>
              <a:ext cx="22750" cy="4794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0281886" y="0"/>
            <a:ext cx="496626" cy="656655"/>
            <a:chOff x="9591675" y="211424"/>
            <a:chExt cx="496626" cy="656655"/>
          </a:xfrm>
        </p:grpSpPr>
        <p:grpSp>
          <p:nvGrpSpPr>
            <p:cNvPr id="4" name="组合 3"/>
            <p:cNvGrpSpPr/>
            <p:nvPr/>
          </p:nvGrpSpPr>
          <p:grpSpPr>
            <a:xfrm>
              <a:off x="9591675" y="319563"/>
              <a:ext cx="496626" cy="548516"/>
              <a:chOff x="9443156" y="340120"/>
              <a:chExt cx="793664" cy="876590"/>
            </a:xfrm>
          </p:grpSpPr>
          <p:sp>
            <p:nvSpPr>
              <p:cNvPr id="67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736514" y="340120"/>
                <a:ext cx="216388" cy="178776"/>
              </a:xfrm>
              <a:custGeom>
                <a:avLst/>
                <a:gdLst>
                  <a:gd name="connsiteX0" fmla="*/ 29984 w 473075"/>
                  <a:gd name="connsiteY0" fmla="*/ 320996 h 390846"/>
                  <a:gd name="connsiteX1" fmla="*/ 443092 w 473075"/>
                  <a:gd name="connsiteY1" fmla="*/ 320996 h 390846"/>
                  <a:gd name="connsiteX2" fmla="*/ 473075 w 473075"/>
                  <a:gd name="connsiteY2" fmla="*/ 357584 h 390846"/>
                  <a:gd name="connsiteX3" fmla="*/ 443092 w 473075"/>
                  <a:gd name="connsiteY3" fmla="*/ 390846 h 390846"/>
                  <a:gd name="connsiteX4" fmla="*/ 29984 w 473075"/>
                  <a:gd name="connsiteY4" fmla="*/ 390846 h 390846"/>
                  <a:gd name="connsiteX5" fmla="*/ 0 w 473075"/>
                  <a:gd name="connsiteY5" fmla="*/ 357584 h 390846"/>
                  <a:gd name="connsiteX6" fmla="*/ 29984 w 473075"/>
                  <a:gd name="connsiteY6" fmla="*/ 320996 h 390846"/>
                  <a:gd name="connsiteX7" fmla="*/ 29984 w 473075"/>
                  <a:gd name="connsiteY7" fmla="*/ 227334 h 390846"/>
                  <a:gd name="connsiteX8" fmla="*/ 443092 w 473075"/>
                  <a:gd name="connsiteY8" fmla="*/ 227334 h 390846"/>
                  <a:gd name="connsiteX9" fmla="*/ 473075 w 473075"/>
                  <a:gd name="connsiteY9" fmla="*/ 260671 h 390846"/>
                  <a:gd name="connsiteX10" fmla="*/ 443092 w 473075"/>
                  <a:gd name="connsiteY10" fmla="*/ 294009 h 390846"/>
                  <a:gd name="connsiteX11" fmla="*/ 29984 w 473075"/>
                  <a:gd name="connsiteY11" fmla="*/ 294009 h 390846"/>
                  <a:gd name="connsiteX12" fmla="*/ 0 w 473075"/>
                  <a:gd name="connsiteY12" fmla="*/ 260671 h 390846"/>
                  <a:gd name="connsiteX13" fmla="*/ 29984 w 473075"/>
                  <a:gd name="connsiteY13" fmla="*/ 227334 h 390846"/>
                  <a:gd name="connsiteX14" fmla="*/ 242865 w 473075"/>
                  <a:gd name="connsiteY14" fmla="*/ 359 h 390846"/>
                  <a:gd name="connsiteX15" fmla="*/ 319932 w 473075"/>
                  <a:gd name="connsiteY15" fmla="*/ 7427 h 390846"/>
                  <a:gd name="connsiteX16" fmla="*/ 353258 w 473075"/>
                  <a:gd name="connsiteY16" fmla="*/ 40689 h 390846"/>
                  <a:gd name="connsiteX17" fmla="*/ 396583 w 473075"/>
                  <a:gd name="connsiteY17" fmla="*/ 130496 h 390846"/>
                  <a:gd name="connsiteX18" fmla="*/ 443239 w 473075"/>
                  <a:gd name="connsiteY18" fmla="*/ 130496 h 390846"/>
                  <a:gd name="connsiteX19" fmla="*/ 469900 w 473075"/>
                  <a:gd name="connsiteY19" fmla="*/ 163758 h 390846"/>
                  <a:gd name="connsiteX20" fmla="*/ 443239 w 473075"/>
                  <a:gd name="connsiteY20" fmla="*/ 200346 h 390846"/>
                  <a:gd name="connsiteX21" fmla="*/ 29994 w 473075"/>
                  <a:gd name="connsiteY21" fmla="*/ 200346 h 390846"/>
                  <a:gd name="connsiteX22" fmla="*/ 0 w 473075"/>
                  <a:gd name="connsiteY22" fmla="*/ 167084 h 390846"/>
                  <a:gd name="connsiteX23" fmla="*/ 29994 w 473075"/>
                  <a:gd name="connsiteY23" fmla="*/ 130496 h 390846"/>
                  <a:gd name="connsiteX24" fmla="*/ 63320 w 473075"/>
                  <a:gd name="connsiteY24" fmla="*/ 130496 h 390846"/>
                  <a:gd name="connsiteX25" fmla="*/ 109977 w 473075"/>
                  <a:gd name="connsiteY25" fmla="*/ 44015 h 390846"/>
                  <a:gd name="connsiteX26" fmla="*/ 143303 w 473075"/>
                  <a:gd name="connsiteY26" fmla="*/ 10753 h 390846"/>
                  <a:gd name="connsiteX27" fmla="*/ 242865 w 473075"/>
                  <a:gd name="connsiteY27" fmla="*/ 359 h 390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3075" h="390846">
                    <a:moveTo>
                      <a:pt x="29984" y="320996"/>
                    </a:moveTo>
                    <a:cubicBezTo>
                      <a:pt x="29984" y="320996"/>
                      <a:pt x="29984" y="320996"/>
                      <a:pt x="443092" y="320996"/>
                    </a:cubicBezTo>
                    <a:cubicBezTo>
                      <a:pt x="459749" y="320996"/>
                      <a:pt x="473075" y="337627"/>
                      <a:pt x="473075" y="357584"/>
                    </a:cubicBezTo>
                    <a:cubicBezTo>
                      <a:pt x="473075" y="374215"/>
                      <a:pt x="459749" y="390846"/>
                      <a:pt x="443092" y="390846"/>
                    </a:cubicBezTo>
                    <a:cubicBezTo>
                      <a:pt x="443092" y="390846"/>
                      <a:pt x="443092" y="390846"/>
                      <a:pt x="29984" y="390846"/>
                    </a:cubicBezTo>
                    <a:cubicBezTo>
                      <a:pt x="13326" y="390846"/>
                      <a:pt x="0" y="374215"/>
                      <a:pt x="0" y="357584"/>
                    </a:cubicBezTo>
                    <a:cubicBezTo>
                      <a:pt x="0" y="337627"/>
                      <a:pt x="13326" y="320996"/>
                      <a:pt x="29984" y="320996"/>
                    </a:cubicBezTo>
                    <a:close/>
                    <a:moveTo>
                      <a:pt x="29984" y="227334"/>
                    </a:moveTo>
                    <a:cubicBezTo>
                      <a:pt x="29984" y="227334"/>
                      <a:pt x="29984" y="227334"/>
                      <a:pt x="443092" y="227334"/>
                    </a:cubicBezTo>
                    <a:cubicBezTo>
                      <a:pt x="459749" y="227334"/>
                      <a:pt x="469744" y="240669"/>
                      <a:pt x="473075" y="260671"/>
                    </a:cubicBezTo>
                    <a:cubicBezTo>
                      <a:pt x="473075" y="280674"/>
                      <a:pt x="459749" y="294009"/>
                      <a:pt x="443092" y="294009"/>
                    </a:cubicBezTo>
                    <a:cubicBezTo>
                      <a:pt x="443092" y="294009"/>
                      <a:pt x="443092" y="294009"/>
                      <a:pt x="29984" y="294009"/>
                    </a:cubicBezTo>
                    <a:cubicBezTo>
                      <a:pt x="13326" y="294009"/>
                      <a:pt x="0" y="280674"/>
                      <a:pt x="0" y="260671"/>
                    </a:cubicBezTo>
                    <a:cubicBezTo>
                      <a:pt x="0" y="244003"/>
                      <a:pt x="13326" y="227334"/>
                      <a:pt x="29984" y="227334"/>
                    </a:cubicBezTo>
                    <a:close/>
                    <a:moveTo>
                      <a:pt x="242865" y="359"/>
                    </a:moveTo>
                    <a:cubicBezTo>
                      <a:pt x="280774" y="1606"/>
                      <a:pt x="314933" y="5764"/>
                      <a:pt x="319932" y="7427"/>
                    </a:cubicBezTo>
                    <a:cubicBezTo>
                      <a:pt x="329930" y="10753"/>
                      <a:pt x="353258" y="40689"/>
                      <a:pt x="353258" y="40689"/>
                    </a:cubicBezTo>
                    <a:cubicBezTo>
                      <a:pt x="353258" y="40689"/>
                      <a:pt x="353258" y="40689"/>
                      <a:pt x="396583" y="130496"/>
                    </a:cubicBezTo>
                    <a:cubicBezTo>
                      <a:pt x="396583" y="130496"/>
                      <a:pt x="396583" y="130496"/>
                      <a:pt x="443239" y="130496"/>
                    </a:cubicBezTo>
                    <a:cubicBezTo>
                      <a:pt x="456570" y="130496"/>
                      <a:pt x="469900" y="147127"/>
                      <a:pt x="469900" y="163758"/>
                    </a:cubicBezTo>
                    <a:cubicBezTo>
                      <a:pt x="469900" y="183715"/>
                      <a:pt x="456570" y="200346"/>
                      <a:pt x="443239" y="200346"/>
                    </a:cubicBezTo>
                    <a:cubicBezTo>
                      <a:pt x="443239" y="200346"/>
                      <a:pt x="443239" y="200346"/>
                      <a:pt x="29994" y="200346"/>
                    </a:cubicBezTo>
                    <a:cubicBezTo>
                      <a:pt x="13331" y="200346"/>
                      <a:pt x="0" y="183715"/>
                      <a:pt x="0" y="167084"/>
                    </a:cubicBezTo>
                    <a:cubicBezTo>
                      <a:pt x="0" y="147127"/>
                      <a:pt x="13331" y="130496"/>
                      <a:pt x="29994" y="130496"/>
                    </a:cubicBezTo>
                    <a:cubicBezTo>
                      <a:pt x="29994" y="130496"/>
                      <a:pt x="29994" y="130496"/>
                      <a:pt x="63320" y="130496"/>
                    </a:cubicBezTo>
                    <a:cubicBezTo>
                      <a:pt x="73318" y="110539"/>
                      <a:pt x="96646" y="67298"/>
                      <a:pt x="109977" y="44015"/>
                    </a:cubicBezTo>
                    <a:cubicBezTo>
                      <a:pt x="123307" y="14079"/>
                      <a:pt x="143303" y="10753"/>
                      <a:pt x="143303" y="10753"/>
                    </a:cubicBezTo>
                    <a:cubicBezTo>
                      <a:pt x="163299" y="775"/>
                      <a:pt x="204957" y="-889"/>
                      <a:pt x="242865" y="359"/>
                    </a:cubicBezTo>
                    <a:close/>
                  </a:path>
                </a:pathLst>
              </a:custGeom>
              <a:solidFill>
                <a:srgbClr val="F7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68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484546" y="628542"/>
                <a:ext cx="90040" cy="68257"/>
              </a:xfrm>
              <a:custGeom>
                <a:avLst/>
                <a:gdLst>
                  <a:gd name="T0" fmla="*/ 7 w 59"/>
                  <a:gd name="T1" fmla="*/ 26 h 45"/>
                  <a:gd name="T2" fmla="*/ 38 w 59"/>
                  <a:gd name="T3" fmla="*/ 42 h 45"/>
                  <a:gd name="T4" fmla="*/ 56 w 59"/>
                  <a:gd name="T5" fmla="*/ 37 h 45"/>
                  <a:gd name="T6" fmla="*/ 56 w 59"/>
                  <a:gd name="T7" fmla="*/ 37 h 45"/>
                  <a:gd name="T8" fmla="*/ 51 w 59"/>
                  <a:gd name="T9" fmla="*/ 19 h 45"/>
                  <a:gd name="T10" fmla="*/ 20 w 59"/>
                  <a:gd name="T11" fmla="*/ 3 h 45"/>
                  <a:gd name="T12" fmla="*/ 2 w 59"/>
                  <a:gd name="T13" fmla="*/ 8 h 45"/>
                  <a:gd name="T14" fmla="*/ 0 w 59"/>
                  <a:gd name="T15" fmla="*/ 15 h 45"/>
                  <a:gd name="T16" fmla="*/ 7 w 59"/>
                  <a:gd name="T17" fmla="*/ 2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5">
                    <a:moveTo>
                      <a:pt x="7" y="26"/>
                    </a:moveTo>
                    <a:cubicBezTo>
                      <a:pt x="17" y="31"/>
                      <a:pt x="28" y="36"/>
                      <a:pt x="38" y="42"/>
                    </a:cubicBezTo>
                    <a:cubicBezTo>
                      <a:pt x="44" y="45"/>
                      <a:pt x="53" y="43"/>
                      <a:pt x="56" y="37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9" y="30"/>
                      <a:pt x="58" y="22"/>
                      <a:pt x="51" y="19"/>
                    </a:cubicBezTo>
                    <a:cubicBezTo>
                      <a:pt x="41" y="13"/>
                      <a:pt x="30" y="8"/>
                      <a:pt x="20" y="3"/>
                    </a:cubicBezTo>
                    <a:cubicBezTo>
                      <a:pt x="14" y="0"/>
                      <a:pt x="5" y="2"/>
                      <a:pt x="2" y="8"/>
                    </a:cubicBezTo>
                    <a:cubicBezTo>
                      <a:pt x="1" y="10"/>
                      <a:pt x="0" y="13"/>
                      <a:pt x="0" y="15"/>
                    </a:cubicBezTo>
                    <a:cubicBezTo>
                      <a:pt x="1" y="20"/>
                      <a:pt x="3" y="24"/>
                      <a:pt x="7" y="26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114829" y="627089"/>
                <a:ext cx="90040" cy="68257"/>
              </a:xfrm>
              <a:custGeom>
                <a:avLst/>
                <a:gdLst>
                  <a:gd name="T0" fmla="*/ 3 w 59"/>
                  <a:gd name="T1" fmla="*/ 38 h 45"/>
                  <a:gd name="T2" fmla="*/ 21 w 59"/>
                  <a:gd name="T3" fmla="*/ 42 h 45"/>
                  <a:gd name="T4" fmla="*/ 52 w 59"/>
                  <a:gd name="T5" fmla="*/ 26 h 45"/>
                  <a:gd name="T6" fmla="*/ 59 w 59"/>
                  <a:gd name="T7" fmla="*/ 16 h 45"/>
                  <a:gd name="T8" fmla="*/ 57 w 59"/>
                  <a:gd name="T9" fmla="*/ 8 h 45"/>
                  <a:gd name="T10" fmla="*/ 39 w 59"/>
                  <a:gd name="T11" fmla="*/ 4 h 45"/>
                  <a:gd name="T12" fmla="*/ 8 w 59"/>
                  <a:gd name="T13" fmla="*/ 19 h 45"/>
                  <a:gd name="T14" fmla="*/ 3 w 59"/>
                  <a:gd name="T15" fmla="*/ 37 h 45"/>
                  <a:gd name="T16" fmla="*/ 3 w 59"/>
                  <a:gd name="T17" fmla="*/ 3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5">
                    <a:moveTo>
                      <a:pt x="3" y="38"/>
                    </a:moveTo>
                    <a:cubicBezTo>
                      <a:pt x="6" y="44"/>
                      <a:pt x="15" y="45"/>
                      <a:pt x="21" y="42"/>
                    </a:cubicBezTo>
                    <a:cubicBezTo>
                      <a:pt x="31" y="37"/>
                      <a:pt x="42" y="32"/>
                      <a:pt x="52" y="26"/>
                    </a:cubicBezTo>
                    <a:cubicBezTo>
                      <a:pt x="56" y="24"/>
                      <a:pt x="58" y="20"/>
                      <a:pt x="59" y="16"/>
                    </a:cubicBezTo>
                    <a:cubicBezTo>
                      <a:pt x="59" y="13"/>
                      <a:pt x="58" y="11"/>
                      <a:pt x="57" y="8"/>
                    </a:cubicBezTo>
                    <a:cubicBezTo>
                      <a:pt x="54" y="2"/>
                      <a:pt x="45" y="0"/>
                      <a:pt x="39" y="4"/>
                    </a:cubicBezTo>
                    <a:cubicBezTo>
                      <a:pt x="28" y="9"/>
                      <a:pt x="18" y="14"/>
                      <a:pt x="8" y="19"/>
                    </a:cubicBezTo>
                    <a:cubicBezTo>
                      <a:pt x="1" y="23"/>
                      <a:pt x="0" y="31"/>
                      <a:pt x="3" y="37"/>
                    </a:cubicBezTo>
                    <a:cubicBezTo>
                      <a:pt x="3" y="37"/>
                      <a:pt x="3" y="37"/>
                      <a:pt x="3" y="38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443156" y="869618"/>
                <a:ext cx="103837" cy="54460"/>
              </a:xfrm>
              <a:custGeom>
                <a:avLst/>
                <a:gdLst>
                  <a:gd name="T0" fmla="*/ 24 w 68"/>
                  <a:gd name="T1" fmla="*/ 33 h 36"/>
                  <a:gd name="T2" fmla="*/ 58 w 68"/>
                  <a:gd name="T3" fmla="*/ 26 h 36"/>
                  <a:gd name="T4" fmla="*/ 65 w 68"/>
                  <a:gd name="T5" fmla="*/ 21 h 36"/>
                  <a:gd name="T6" fmla="*/ 67 w 68"/>
                  <a:gd name="T7" fmla="*/ 17 h 36"/>
                  <a:gd name="T8" fmla="*/ 67 w 68"/>
                  <a:gd name="T9" fmla="*/ 10 h 36"/>
                  <a:gd name="T10" fmla="*/ 67 w 68"/>
                  <a:gd name="T11" fmla="*/ 9 h 36"/>
                  <a:gd name="T12" fmla="*/ 56 w 68"/>
                  <a:gd name="T13" fmla="*/ 0 h 36"/>
                  <a:gd name="T14" fmla="*/ 51 w 68"/>
                  <a:gd name="T15" fmla="*/ 0 h 36"/>
                  <a:gd name="T16" fmla="*/ 17 w 68"/>
                  <a:gd name="T17" fmla="*/ 8 h 36"/>
                  <a:gd name="T18" fmla="*/ 24 w 68"/>
                  <a:gd name="T19" fmla="*/ 3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36">
                    <a:moveTo>
                      <a:pt x="24" y="33"/>
                    </a:moveTo>
                    <a:cubicBezTo>
                      <a:pt x="35" y="31"/>
                      <a:pt x="47" y="28"/>
                      <a:pt x="58" y="26"/>
                    </a:cubicBezTo>
                    <a:cubicBezTo>
                      <a:pt x="61" y="25"/>
                      <a:pt x="64" y="23"/>
                      <a:pt x="65" y="21"/>
                    </a:cubicBezTo>
                    <a:cubicBezTo>
                      <a:pt x="66" y="19"/>
                      <a:pt x="67" y="18"/>
                      <a:pt x="67" y="17"/>
                    </a:cubicBezTo>
                    <a:cubicBezTo>
                      <a:pt x="68" y="14"/>
                      <a:pt x="68" y="12"/>
                      <a:pt x="67" y="10"/>
                    </a:cubicBezTo>
                    <a:cubicBezTo>
                      <a:pt x="67" y="10"/>
                      <a:pt x="67" y="9"/>
                      <a:pt x="67" y="9"/>
                    </a:cubicBezTo>
                    <a:cubicBezTo>
                      <a:pt x="66" y="3"/>
                      <a:pt x="61" y="0"/>
                      <a:pt x="56" y="0"/>
                    </a:cubicBezTo>
                    <a:cubicBezTo>
                      <a:pt x="55" y="0"/>
                      <a:pt x="53" y="0"/>
                      <a:pt x="51" y="0"/>
                    </a:cubicBezTo>
                    <a:cubicBezTo>
                      <a:pt x="40" y="3"/>
                      <a:pt x="28" y="5"/>
                      <a:pt x="17" y="8"/>
                    </a:cubicBezTo>
                    <a:cubicBezTo>
                      <a:pt x="0" y="11"/>
                      <a:pt x="7" y="36"/>
                      <a:pt x="24" y="33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142422" y="865988"/>
                <a:ext cx="94398" cy="55186"/>
              </a:xfrm>
              <a:custGeom>
                <a:avLst/>
                <a:gdLst>
                  <a:gd name="T0" fmla="*/ 1 w 62"/>
                  <a:gd name="T1" fmla="*/ 13 h 36"/>
                  <a:gd name="T2" fmla="*/ 10 w 62"/>
                  <a:gd name="T3" fmla="*/ 27 h 36"/>
                  <a:gd name="T4" fmla="*/ 44 w 62"/>
                  <a:gd name="T5" fmla="*/ 35 h 36"/>
                  <a:gd name="T6" fmla="*/ 60 w 62"/>
                  <a:gd name="T7" fmla="*/ 26 h 36"/>
                  <a:gd name="T8" fmla="*/ 61 w 62"/>
                  <a:gd name="T9" fmla="*/ 25 h 36"/>
                  <a:gd name="T10" fmla="*/ 51 w 62"/>
                  <a:gd name="T11" fmla="*/ 9 h 36"/>
                  <a:gd name="T12" fmla="*/ 17 w 62"/>
                  <a:gd name="T13" fmla="*/ 2 h 36"/>
                  <a:gd name="T14" fmla="*/ 1 w 62"/>
                  <a:gd name="T15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36">
                    <a:moveTo>
                      <a:pt x="1" y="13"/>
                    </a:moveTo>
                    <a:cubicBezTo>
                      <a:pt x="0" y="19"/>
                      <a:pt x="2" y="26"/>
                      <a:pt x="10" y="27"/>
                    </a:cubicBezTo>
                    <a:cubicBezTo>
                      <a:pt x="22" y="30"/>
                      <a:pt x="33" y="32"/>
                      <a:pt x="44" y="35"/>
                    </a:cubicBezTo>
                    <a:cubicBezTo>
                      <a:pt x="51" y="36"/>
                      <a:pt x="59" y="33"/>
                      <a:pt x="60" y="26"/>
                    </a:cubicBezTo>
                    <a:cubicBezTo>
                      <a:pt x="60" y="25"/>
                      <a:pt x="60" y="25"/>
                      <a:pt x="61" y="25"/>
                    </a:cubicBezTo>
                    <a:cubicBezTo>
                      <a:pt x="62" y="19"/>
                      <a:pt x="59" y="11"/>
                      <a:pt x="51" y="9"/>
                    </a:cubicBezTo>
                    <a:cubicBezTo>
                      <a:pt x="40" y="7"/>
                      <a:pt x="29" y="4"/>
                      <a:pt x="17" y="2"/>
                    </a:cubicBezTo>
                    <a:cubicBezTo>
                      <a:pt x="8" y="0"/>
                      <a:pt x="2" y="6"/>
                      <a:pt x="1" y="13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584026" y="1050425"/>
                <a:ext cx="79148" cy="87136"/>
              </a:xfrm>
              <a:custGeom>
                <a:avLst/>
                <a:gdLst>
                  <a:gd name="T0" fmla="*/ 6 w 52"/>
                  <a:gd name="T1" fmla="*/ 51 h 57"/>
                  <a:gd name="T2" fmla="*/ 6 w 52"/>
                  <a:gd name="T3" fmla="*/ 51 h 57"/>
                  <a:gd name="T4" fmla="*/ 25 w 52"/>
                  <a:gd name="T5" fmla="*/ 51 h 57"/>
                  <a:gd name="T6" fmla="*/ 47 w 52"/>
                  <a:gd name="T7" fmla="*/ 24 h 57"/>
                  <a:gd name="T8" fmla="*/ 47 w 52"/>
                  <a:gd name="T9" fmla="*/ 5 h 57"/>
                  <a:gd name="T10" fmla="*/ 46 w 52"/>
                  <a:gd name="T11" fmla="*/ 4 h 57"/>
                  <a:gd name="T12" fmla="*/ 28 w 52"/>
                  <a:gd name="T13" fmla="*/ 5 h 57"/>
                  <a:gd name="T14" fmla="*/ 6 w 52"/>
                  <a:gd name="T15" fmla="*/ 32 h 57"/>
                  <a:gd name="T16" fmla="*/ 6 w 52"/>
                  <a:gd name="T17" fmla="*/ 5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" h="57">
                    <a:moveTo>
                      <a:pt x="6" y="51"/>
                    </a:moveTo>
                    <a:cubicBezTo>
                      <a:pt x="6" y="51"/>
                      <a:pt x="6" y="51"/>
                      <a:pt x="6" y="51"/>
                    </a:cubicBezTo>
                    <a:cubicBezTo>
                      <a:pt x="12" y="55"/>
                      <a:pt x="20" y="57"/>
                      <a:pt x="25" y="51"/>
                    </a:cubicBezTo>
                    <a:cubicBezTo>
                      <a:pt x="32" y="42"/>
                      <a:pt x="40" y="33"/>
                      <a:pt x="47" y="24"/>
                    </a:cubicBezTo>
                    <a:cubicBezTo>
                      <a:pt x="51" y="18"/>
                      <a:pt x="52" y="10"/>
                      <a:pt x="47" y="5"/>
                    </a:cubicBezTo>
                    <a:cubicBezTo>
                      <a:pt x="46" y="5"/>
                      <a:pt x="46" y="4"/>
                      <a:pt x="46" y="4"/>
                    </a:cubicBezTo>
                    <a:cubicBezTo>
                      <a:pt x="41" y="0"/>
                      <a:pt x="32" y="0"/>
                      <a:pt x="28" y="5"/>
                    </a:cubicBezTo>
                    <a:cubicBezTo>
                      <a:pt x="21" y="14"/>
                      <a:pt x="13" y="23"/>
                      <a:pt x="6" y="32"/>
                    </a:cubicBezTo>
                    <a:cubicBezTo>
                      <a:pt x="2" y="37"/>
                      <a:pt x="0" y="46"/>
                      <a:pt x="6" y="51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029146" y="1051878"/>
                <a:ext cx="76244" cy="85684"/>
              </a:xfrm>
              <a:custGeom>
                <a:avLst/>
                <a:gdLst>
                  <a:gd name="T0" fmla="*/ 4 w 50"/>
                  <a:gd name="T1" fmla="*/ 22 h 56"/>
                  <a:gd name="T2" fmla="*/ 26 w 50"/>
                  <a:gd name="T3" fmla="*/ 50 h 56"/>
                  <a:gd name="T4" fmla="*/ 44 w 50"/>
                  <a:gd name="T5" fmla="*/ 50 h 56"/>
                  <a:gd name="T6" fmla="*/ 44 w 50"/>
                  <a:gd name="T7" fmla="*/ 49 h 56"/>
                  <a:gd name="T8" fmla="*/ 44 w 50"/>
                  <a:gd name="T9" fmla="*/ 31 h 56"/>
                  <a:gd name="T10" fmla="*/ 22 w 50"/>
                  <a:gd name="T11" fmla="*/ 4 h 56"/>
                  <a:gd name="T12" fmla="*/ 12 w 50"/>
                  <a:gd name="T13" fmla="*/ 0 h 56"/>
                  <a:gd name="T14" fmla="*/ 4 w 50"/>
                  <a:gd name="T15" fmla="*/ 4 h 56"/>
                  <a:gd name="T16" fmla="*/ 0 w 50"/>
                  <a:gd name="T17" fmla="*/ 11 h 56"/>
                  <a:gd name="T18" fmla="*/ 4 w 50"/>
                  <a:gd name="T19" fmla="*/ 2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" h="56">
                    <a:moveTo>
                      <a:pt x="4" y="22"/>
                    </a:moveTo>
                    <a:cubicBezTo>
                      <a:pt x="11" y="32"/>
                      <a:pt x="18" y="41"/>
                      <a:pt x="26" y="50"/>
                    </a:cubicBezTo>
                    <a:cubicBezTo>
                      <a:pt x="30" y="56"/>
                      <a:pt x="39" y="54"/>
                      <a:pt x="44" y="50"/>
                    </a:cubicBezTo>
                    <a:cubicBezTo>
                      <a:pt x="44" y="50"/>
                      <a:pt x="44" y="49"/>
                      <a:pt x="44" y="49"/>
                    </a:cubicBezTo>
                    <a:cubicBezTo>
                      <a:pt x="50" y="45"/>
                      <a:pt x="48" y="36"/>
                      <a:pt x="44" y="31"/>
                    </a:cubicBezTo>
                    <a:cubicBezTo>
                      <a:pt x="37" y="22"/>
                      <a:pt x="30" y="13"/>
                      <a:pt x="22" y="4"/>
                    </a:cubicBezTo>
                    <a:cubicBezTo>
                      <a:pt x="20" y="1"/>
                      <a:pt x="16" y="0"/>
                      <a:pt x="12" y="0"/>
                    </a:cubicBezTo>
                    <a:cubicBezTo>
                      <a:pt x="9" y="0"/>
                      <a:pt x="6" y="2"/>
                      <a:pt x="4" y="4"/>
                    </a:cubicBezTo>
                    <a:cubicBezTo>
                      <a:pt x="1" y="6"/>
                      <a:pt x="0" y="9"/>
                      <a:pt x="0" y="11"/>
                    </a:cubicBezTo>
                    <a:cubicBezTo>
                      <a:pt x="0" y="15"/>
                      <a:pt x="1" y="19"/>
                      <a:pt x="4" y="22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825102" y="1123765"/>
                <a:ext cx="39211" cy="92945"/>
              </a:xfrm>
              <a:custGeom>
                <a:avLst/>
                <a:gdLst>
                  <a:gd name="T0" fmla="*/ 13 w 26"/>
                  <a:gd name="T1" fmla="*/ 61 h 61"/>
                  <a:gd name="T2" fmla="*/ 13 w 26"/>
                  <a:gd name="T3" fmla="*/ 61 h 61"/>
                  <a:gd name="T4" fmla="*/ 26 w 26"/>
                  <a:gd name="T5" fmla="*/ 48 h 61"/>
                  <a:gd name="T6" fmla="*/ 26 w 26"/>
                  <a:gd name="T7" fmla="*/ 13 h 61"/>
                  <a:gd name="T8" fmla="*/ 13 w 26"/>
                  <a:gd name="T9" fmla="*/ 0 h 61"/>
                  <a:gd name="T10" fmla="*/ 13 w 26"/>
                  <a:gd name="T11" fmla="*/ 0 h 61"/>
                  <a:gd name="T12" fmla="*/ 4 w 26"/>
                  <a:gd name="T13" fmla="*/ 3 h 61"/>
                  <a:gd name="T14" fmla="*/ 0 w 26"/>
                  <a:gd name="T15" fmla="*/ 13 h 61"/>
                  <a:gd name="T16" fmla="*/ 0 w 26"/>
                  <a:gd name="T17" fmla="*/ 48 h 61"/>
                  <a:gd name="T18" fmla="*/ 13 w 26"/>
                  <a:gd name="T19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" h="61">
                    <a:moveTo>
                      <a:pt x="13" y="61"/>
                    </a:moveTo>
                    <a:cubicBezTo>
                      <a:pt x="13" y="61"/>
                      <a:pt x="13" y="61"/>
                      <a:pt x="13" y="61"/>
                    </a:cubicBezTo>
                    <a:cubicBezTo>
                      <a:pt x="20" y="61"/>
                      <a:pt x="26" y="56"/>
                      <a:pt x="26" y="48"/>
                    </a:cubicBezTo>
                    <a:cubicBezTo>
                      <a:pt x="26" y="37"/>
                      <a:pt x="26" y="25"/>
                      <a:pt x="26" y="13"/>
                    </a:cubicBezTo>
                    <a:cubicBezTo>
                      <a:pt x="26" y="6"/>
                      <a:pt x="21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9" y="0"/>
                      <a:pt x="7" y="2"/>
                      <a:pt x="4" y="3"/>
                    </a:cubicBezTo>
                    <a:cubicBezTo>
                      <a:pt x="2" y="6"/>
                      <a:pt x="0" y="9"/>
                      <a:pt x="0" y="13"/>
                    </a:cubicBezTo>
                    <a:cubicBezTo>
                      <a:pt x="0" y="25"/>
                      <a:pt x="0" y="37"/>
                      <a:pt x="0" y="48"/>
                    </a:cubicBezTo>
                    <a:cubicBezTo>
                      <a:pt x="0" y="55"/>
                      <a:pt x="6" y="61"/>
                      <a:pt x="13" y="61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589835" y="529787"/>
                <a:ext cx="509745" cy="548231"/>
              </a:xfrm>
              <a:custGeom>
                <a:avLst/>
                <a:gdLst>
                  <a:gd name="connsiteX0" fmla="*/ 623744 w 1114425"/>
                  <a:gd name="connsiteY0" fmla="*/ 549275 h 1198563"/>
                  <a:gd name="connsiteX1" fmla="*/ 620425 w 1114425"/>
                  <a:gd name="connsiteY1" fmla="*/ 595948 h 1198563"/>
                  <a:gd name="connsiteX2" fmla="*/ 600508 w 1114425"/>
                  <a:gd name="connsiteY2" fmla="*/ 612616 h 1198563"/>
                  <a:gd name="connsiteX3" fmla="*/ 593870 w 1114425"/>
                  <a:gd name="connsiteY3" fmla="*/ 615950 h 1198563"/>
                  <a:gd name="connsiteX4" fmla="*/ 590550 w 1114425"/>
                  <a:gd name="connsiteY4" fmla="*/ 612616 h 1198563"/>
                  <a:gd name="connsiteX5" fmla="*/ 593870 w 1114425"/>
                  <a:gd name="connsiteY5" fmla="*/ 592614 h 1198563"/>
                  <a:gd name="connsiteX6" fmla="*/ 620425 w 1114425"/>
                  <a:gd name="connsiteY6" fmla="*/ 552609 h 1198563"/>
                  <a:gd name="connsiteX7" fmla="*/ 623744 w 1114425"/>
                  <a:gd name="connsiteY7" fmla="*/ 549275 h 1198563"/>
                  <a:gd name="connsiteX8" fmla="*/ 444357 w 1114425"/>
                  <a:gd name="connsiteY8" fmla="*/ 546100 h 1198563"/>
                  <a:gd name="connsiteX9" fmla="*/ 441038 w 1114425"/>
                  <a:gd name="connsiteY9" fmla="*/ 582117 h 1198563"/>
                  <a:gd name="connsiteX10" fmla="*/ 421121 w 1114425"/>
                  <a:gd name="connsiteY10" fmla="*/ 598488 h 1198563"/>
                  <a:gd name="connsiteX11" fmla="*/ 414483 w 1114425"/>
                  <a:gd name="connsiteY11" fmla="*/ 591940 h 1198563"/>
                  <a:gd name="connsiteX12" fmla="*/ 417802 w 1114425"/>
                  <a:gd name="connsiteY12" fmla="*/ 575568 h 1198563"/>
                  <a:gd name="connsiteX13" fmla="*/ 444357 w 1114425"/>
                  <a:gd name="connsiteY13" fmla="*/ 546100 h 1198563"/>
                  <a:gd name="connsiteX14" fmla="*/ 781050 w 1114425"/>
                  <a:gd name="connsiteY14" fmla="*/ 431800 h 1198563"/>
                  <a:gd name="connsiteX15" fmla="*/ 784324 w 1114425"/>
                  <a:gd name="connsiteY15" fmla="*/ 431800 h 1198563"/>
                  <a:gd name="connsiteX16" fmla="*/ 826890 w 1114425"/>
                  <a:gd name="connsiteY16" fmla="*/ 455507 h 1198563"/>
                  <a:gd name="connsiteX17" fmla="*/ 833438 w 1114425"/>
                  <a:gd name="connsiteY17" fmla="*/ 475827 h 1198563"/>
                  <a:gd name="connsiteX18" fmla="*/ 820341 w 1114425"/>
                  <a:gd name="connsiteY18" fmla="*/ 482600 h 1198563"/>
                  <a:gd name="connsiteX19" fmla="*/ 817067 w 1114425"/>
                  <a:gd name="connsiteY19" fmla="*/ 482600 h 1198563"/>
                  <a:gd name="connsiteX20" fmla="*/ 790873 w 1114425"/>
                  <a:gd name="connsiteY20" fmla="*/ 452120 h 1198563"/>
                  <a:gd name="connsiteX21" fmla="*/ 781050 w 1114425"/>
                  <a:gd name="connsiteY21" fmla="*/ 431800 h 1198563"/>
                  <a:gd name="connsiteX22" fmla="*/ 320676 w 1114425"/>
                  <a:gd name="connsiteY22" fmla="*/ 415925 h 1198563"/>
                  <a:gd name="connsiteX23" fmla="*/ 300832 w 1114425"/>
                  <a:gd name="connsiteY23" fmla="*/ 452905 h 1198563"/>
                  <a:gd name="connsiteX24" fmla="*/ 287603 w 1114425"/>
                  <a:gd name="connsiteY24" fmla="*/ 473075 h 1198563"/>
                  <a:gd name="connsiteX25" fmla="*/ 280988 w 1114425"/>
                  <a:gd name="connsiteY25" fmla="*/ 456266 h 1198563"/>
                  <a:gd name="connsiteX26" fmla="*/ 287603 w 1114425"/>
                  <a:gd name="connsiteY26" fmla="*/ 429372 h 1198563"/>
                  <a:gd name="connsiteX27" fmla="*/ 320676 w 1114425"/>
                  <a:gd name="connsiteY27" fmla="*/ 415925 h 1198563"/>
                  <a:gd name="connsiteX28" fmla="*/ 514259 w 1114425"/>
                  <a:gd name="connsiteY28" fmla="*/ 0 h 1198563"/>
                  <a:gd name="connsiteX29" fmla="*/ 577484 w 1114425"/>
                  <a:gd name="connsiteY29" fmla="*/ 0 h 1198563"/>
                  <a:gd name="connsiteX30" fmla="*/ 723900 w 1114425"/>
                  <a:gd name="connsiteY30" fmla="*/ 408996 h 1198563"/>
                  <a:gd name="connsiteX31" fmla="*/ 620743 w 1114425"/>
                  <a:gd name="connsiteY31" fmla="*/ 492125 h 1198563"/>
                  <a:gd name="connsiteX32" fmla="*/ 557518 w 1114425"/>
                  <a:gd name="connsiteY32" fmla="*/ 475499 h 1198563"/>
                  <a:gd name="connsiteX33" fmla="*/ 467672 w 1114425"/>
                  <a:gd name="connsiteY33" fmla="*/ 485475 h 1198563"/>
                  <a:gd name="connsiteX34" fmla="*/ 377825 w 1114425"/>
                  <a:gd name="connsiteY34" fmla="*/ 385720 h 1198563"/>
                  <a:gd name="connsiteX35" fmla="*/ 514259 w 1114425"/>
                  <a:gd name="connsiteY35" fmla="*/ 0 h 1198563"/>
                  <a:gd name="connsiteX36" fmla="*/ 357017 w 1114425"/>
                  <a:gd name="connsiteY36" fmla="*/ 0 h 1198563"/>
                  <a:gd name="connsiteX37" fmla="*/ 473798 w 1114425"/>
                  <a:gd name="connsiteY37" fmla="*/ 0 h 1198563"/>
                  <a:gd name="connsiteX38" fmla="*/ 336997 w 1114425"/>
                  <a:gd name="connsiteY38" fmla="*/ 376216 h 1198563"/>
                  <a:gd name="connsiteX39" fmla="*/ 326987 w 1114425"/>
                  <a:gd name="connsiteY39" fmla="*/ 376216 h 1198563"/>
                  <a:gd name="connsiteX40" fmla="*/ 246909 w 1114425"/>
                  <a:gd name="connsiteY40" fmla="*/ 422827 h 1198563"/>
                  <a:gd name="connsiteX41" fmla="*/ 260255 w 1114425"/>
                  <a:gd name="connsiteY41" fmla="*/ 502731 h 1198563"/>
                  <a:gd name="connsiteX42" fmla="*/ 283611 w 1114425"/>
                  <a:gd name="connsiteY42" fmla="*/ 512719 h 1198563"/>
                  <a:gd name="connsiteX43" fmla="*/ 333660 w 1114425"/>
                  <a:gd name="connsiteY43" fmla="*/ 476096 h 1198563"/>
                  <a:gd name="connsiteX44" fmla="*/ 336997 w 1114425"/>
                  <a:gd name="connsiteY44" fmla="*/ 472767 h 1198563"/>
                  <a:gd name="connsiteX45" fmla="*/ 360353 w 1114425"/>
                  <a:gd name="connsiteY45" fmla="*/ 422827 h 1198563"/>
                  <a:gd name="connsiteX46" fmla="*/ 433758 w 1114425"/>
                  <a:gd name="connsiteY46" fmla="*/ 506060 h 1198563"/>
                  <a:gd name="connsiteX47" fmla="*/ 420412 w 1114425"/>
                  <a:gd name="connsiteY47" fmla="*/ 516048 h 1198563"/>
                  <a:gd name="connsiteX48" fmla="*/ 373700 w 1114425"/>
                  <a:gd name="connsiteY48" fmla="*/ 582635 h 1198563"/>
                  <a:gd name="connsiteX49" fmla="*/ 390383 w 1114425"/>
                  <a:gd name="connsiteY49" fmla="*/ 629246 h 1198563"/>
                  <a:gd name="connsiteX50" fmla="*/ 420412 w 1114425"/>
                  <a:gd name="connsiteY50" fmla="*/ 639234 h 1198563"/>
                  <a:gd name="connsiteX51" fmla="*/ 453778 w 1114425"/>
                  <a:gd name="connsiteY51" fmla="*/ 629246 h 1198563"/>
                  <a:gd name="connsiteX52" fmla="*/ 483807 w 1114425"/>
                  <a:gd name="connsiteY52" fmla="*/ 549342 h 1198563"/>
                  <a:gd name="connsiteX53" fmla="*/ 477134 w 1114425"/>
                  <a:gd name="connsiteY53" fmla="*/ 526036 h 1198563"/>
                  <a:gd name="connsiteX54" fmla="*/ 490481 w 1114425"/>
                  <a:gd name="connsiteY54" fmla="*/ 519377 h 1198563"/>
                  <a:gd name="connsiteX55" fmla="*/ 577232 w 1114425"/>
                  <a:gd name="connsiteY55" fmla="*/ 516048 h 1198563"/>
                  <a:gd name="connsiteX56" fmla="*/ 593915 w 1114425"/>
                  <a:gd name="connsiteY56" fmla="*/ 522707 h 1198563"/>
                  <a:gd name="connsiteX57" fmla="*/ 590579 w 1114425"/>
                  <a:gd name="connsiteY57" fmla="*/ 526036 h 1198563"/>
                  <a:gd name="connsiteX58" fmla="*/ 550540 w 1114425"/>
                  <a:gd name="connsiteY58" fmla="*/ 612599 h 1198563"/>
                  <a:gd name="connsiteX59" fmla="*/ 570559 w 1114425"/>
                  <a:gd name="connsiteY59" fmla="*/ 645892 h 1198563"/>
                  <a:gd name="connsiteX60" fmla="*/ 637291 w 1114425"/>
                  <a:gd name="connsiteY60" fmla="*/ 635904 h 1198563"/>
                  <a:gd name="connsiteX61" fmla="*/ 663984 w 1114425"/>
                  <a:gd name="connsiteY61" fmla="*/ 556000 h 1198563"/>
                  <a:gd name="connsiteX62" fmla="*/ 650638 w 1114425"/>
                  <a:gd name="connsiteY62" fmla="*/ 519377 h 1198563"/>
                  <a:gd name="connsiteX63" fmla="*/ 740726 w 1114425"/>
                  <a:gd name="connsiteY63" fmla="*/ 446132 h 1198563"/>
                  <a:gd name="connsiteX64" fmla="*/ 754072 w 1114425"/>
                  <a:gd name="connsiteY64" fmla="*/ 472767 h 1198563"/>
                  <a:gd name="connsiteX65" fmla="*/ 820804 w 1114425"/>
                  <a:gd name="connsiteY65" fmla="*/ 522707 h 1198563"/>
                  <a:gd name="connsiteX66" fmla="*/ 850834 w 1114425"/>
                  <a:gd name="connsiteY66" fmla="*/ 512719 h 1198563"/>
                  <a:gd name="connsiteX67" fmla="*/ 874190 w 1114425"/>
                  <a:gd name="connsiteY67" fmla="*/ 479425 h 1198563"/>
                  <a:gd name="connsiteX68" fmla="*/ 844160 w 1114425"/>
                  <a:gd name="connsiteY68" fmla="*/ 416168 h 1198563"/>
                  <a:gd name="connsiteX69" fmla="*/ 760745 w 1114425"/>
                  <a:gd name="connsiteY69" fmla="*/ 396192 h 1198563"/>
                  <a:gd name="connsiteX70" fmla="*/ 617272 w 1114425"/>
                  <a:gd name="connsiteY70" fmla="*/ 0 h 1198563"/>
                  <a:gd name="connsiteX71" fmla="*/ 757409 w 1114425"/>
                  <a:gd name="connsiteY71" fmla="*/ 0 h 1198563"/>
                  <a:gd name="connsiteX72" fmla="*/ 790775 w 1114425"/>
                  <a:gd name="connsiteY72" fmla="*/ 33294 h 1198563"/>
                  <a:gd name="connsiteX73" fmla="*/ 790775 w 1114425"/>
                  <a:gd name="connsiteY73" fmla="*/ 139832 h 1198563"/>
                  <a:gd name="connsiteX74" fmla="*/ 1114425 w 1114425"/>
                  <a:gd name="connsiteY74" fmla="*/ 642563 h 1198563"/>
                  <a:gd name="connsiteX75" fmla="*/ 557213 w 1114425"/>
                  <a:gd name="connsiteY75" fmla="*/ 1198563 h 1198563"/>
                  <a:gd name="connsiteX76" fmla="*/ 0 w 1114425"/>
                  <a:gd name="connsiteY76" fmla="*/ 645892 h 1198563"/>
                  <a:gd name="connsiteX77" fmla="*/ 323651 w 1114425"/>
                  <a:gd name="connsiteY77" fmla="*/ 139832 h 1198563"/>
                  <a:gd name="connsiteX78" fmla="*/ 323651 w 1114425"/>
                  <a:gd name="connsiteY78" fmla="*/ 33294 h 1198563"/>
                  <a:gd name="connsiteX79" fmla="*/ 357017 w 1114425"/>
                  <a:gd name="connsiteY79" fmla="*/ 0 h 1198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114425" h="1198563">
                    <a:moveTo>
                      <a:pt x="623744" y="549275"/>
                    </a:moveTo>
                    <a:cubicBezTo>
                      <a:pt x="627063" y="562610"/>
                      <a:pt x="627063" y="579279"/>
                      <a:pt x="620425" y="595948"/>
                    </a:cubicBezTo>
                    <a:cubicBezTo>
                      <a:pt x="613786" y="602615"/>
                      <a:pt x="610466" y="609283"/>
                      <a:pt x="600508" y="612616"/>
                    </a:cubicBezTo>
                    <a:cubicBezTo>
                      <a:pt x="597189" y="615950"/>
                      <a:pt x="597189" y="615950"/>
                      <a:pt x="593870" y="615950"/>
                    </a:cubicBezTo>
                    <a:cubicBezTo>
                      <a:pt x="593870" y="615950"/>
                      <a:pt x="593870" y="615950"/>
                      <a:pt x="590550" y="612616"/>
                    </a:cubicBezTo>
                    <a:cubicBezTo>
                      <a:pt x="590550" y="609283"/>
                      <a:pt x="590550" y="595948"/>
                      <a:pt x="593870" y="592614"/>
                    </a:cubicBezTo>
                    <a:cubicBezTo>
                      <a:pt x="600508" y="579279"/>
                      <a:pt x="610466" y="565944"/>
                      <a:pt x="620425" y="552609"/>
                    </a:cubicBezTo>
                    <a:cubicBezTo>
                      <a:pt x="620425" y="552609"/>
                      <a:pt x="620425" y="552609"/>
                      <a:pt x="623744" y="549275"/>
                    </a:cubicBezTo>
                    <a:close/>
                    <a:moveTo>
                      <a:pt x="444357" y="546100"/>
                    </a:moveTo>
                    <a:cubicBezTo>
                      <a:pt x="444357" y="559197"/>
                      <a:pt x="447676" y="572294"/>
                      <a:pt x="441038" y="582117"/>
                    </a:cubicBezTo>
                    <a:cubicBezTo>
                      <a:pt x="437718" y="591940"/>
                      <a:pt x="427760" y="598488"/>
                      <a:pt x="421121" y="598488"/>
                    </a:cubicBezTo>
                    <a:cubicBezTo>
                      <a:pt x="417802" y="598488"/>
                      <a:pt x="417802" y="598488"/>
                      <a:pt x="414483" y="591940"/>
                    </a:cubicBezTo>
                    <a:cubicBezTo>
                      <a:pt x="411163" y="588665"/>
                      <a:pt x="411163" y="582117"/>
                      <a:pt x="417802" y="575568"/>
                    </a:cubicBezTo>
                    <a:cubicBezTo>
                      <a:pt x="421121" y="565746"/>
                      <a:pt x="431079" y="555923"/>
                      <a:pt x="444357" y="546100"/>
                    </a:cubicBezTo>
                    <a:close/>
                    <a:moveTo>
                      <a:pt x="781050" y="431800"/>
                    </a:moveTo>
                    <a:cubicBezTo>
                      <a:pt x="781050" y="431800"/>
                      <a:pt x="781050" y="431800"/>
                      <a:pt x="784324" y="431800"/>
                    </a:cubicBezTo>
                    <a:cubicBezTo>
                      <a:pt x="797421" y="431800"/>
                      <a:pt x="817067" y="441960"/>
                      <a:pt x="826890" y="455507"/>
                    </a:cubicBezTo>
                    <a:cubicBezTo>
                      <a:pt x="830164" y="458893"/>
                      <a:pt x="833438" y="469053"/>
                      <a:pt x="833438" y="475827"/>
                    </a:cubicBezTo>
                    <a:cubicBezTo>
                      <a:pt x="830164" y="482600"/>
                      <a:pt x="826890" y="482600"/>
                      <a:pt x="820341" y="482600"/>
                    </a:cubicBezTo>
                    <a:cubicBezTo>
                      <a:pt x="820341" y="482600"/>
                      <a:pt x="817067" y="482600"/>
                      <a:pt x="817067" y="482600"/>
                    </a:cubicBezTo>
                    <a:cubicBezTo>
                      <a:pt x="803970" y="482600"/>
                      <a:pt x="797421" y="465667"/>
                      <a:pt x="790873" y="452120"/>
                    </a:cubicBezTo>
                    <a:cubicBezTo>
                      <a:pt x="787599" y="445347"/>
                      <a:pt x="784324" y="438573"/>
                      <a:pt x="781050" y="431800"/>
                    </a:cubicBezTo>
                    <a:close/>
                    <a:moveTo>
                      <a:pt x="320676" y="415925"/>
                    </a:moveTo>
                    <a:cubicBezTo>
                      <a:pt x="314062" y="429372"/>
                      <a:pt x="307447" y="439457"/>
                      <a:pt x="300832" y="452905"/>
                    </a:cubicBezTo>
                    <a:cubicBezTo>
                      <a:pt x="290910" y="469713"/>
                      <a:pt x="287603" y="473075"/>
                      <a:pt x="287603" y="473075"/>
                    </a:cubicBezTo>
                    <a:cubicBezTo>
                      <a:pt x="284296" y="469713"/>
                      <a:pt x="280988" y="466352"/>
                      <a:pt x="280988" y="456266"/>
                    </a:cubicBezTo>
                    <a:cubicBezTo>
                      <a:pt x="280988" y="442819"/>
                      <a:pt x="284296" y="436096"/>
                      <a:pt x="287603" y="429372"/>
                    </a:cubicBezTo>
                    <a:cubicBezTo>
                      <a:pt x="294218" y="422649"/>
                      <a:pt x="307447" y="415925"/>
                      <a:pt x="320676" y="415925"/>
                    </a:cubicBezTo>
                    <a:close/>
                    <a:moveTo>
                      <a:pt x="514259" y="0"/>
                    </a:moveTo>
                    <a:cubicBezTo>
                      <a:pt x="514259" y="0"/>
                      <a:pt x="514259" y="0"/>
                      <a:pt x="577484" y="0"/>
                    </a:cubicBezTo>
                    <a:cubicBezTo>
                      <a:pt x="620743" y="152958"/>
                      <a:pt x="667330" y="289290"/>
                      <a:pt x="723900" y="408996"/>
                    </a:cubicBezTo>
                    <a:cubicBezTo>
                      <a:pt x="677313" y="428947"/>
                      <a:pt x="637381" y="472174"/>
                      <a:pt x="620743" y="492125"/>
                    </a:cubicBezTo>
                    <a:cubicBezTo>
                      <a:pt x="604105" y="482150"/>
                      <a:pt x="580812" y="475499"/>
                      <a:pt x="557518" y="475499"/>
                    </a:cubicBezTo>
                    <a:cubicBezTo>
                      <a:pt x="524242" y="472174"/>
                      <a:pt x="497620" y="475499"/>
                      <a:pt x="467672" y="485475"/>
                    </a:cubicBezTo>
                    <a:cubicBezTo>
                      <a:pt x="451033" y="438922"/>
                      <a:pt x="417757" y="405671"/>
                      <a:pt x="377825" y="385720"/>
                    </a:cubicBezTo>
                    <a:cubicBezTo>
                      <a:pt x="427740" y="272664"/>
                      <a:pt x="474327" y="146308"/>
                      <a:pt x="514259" y="0"/>
                    </a:cubicBezTo>
                    <a:close/>
                    <a:moveTo>
                      <a:pt x="357017" y="0"/>
                    </a:moveTo>
                    <a:cubicBezTo>
                      <a:pt x="357017" y="0"/>
                      <a:pt x="357017" y="0"/>
                      <a:pt x="473798" y="0"/>
                    </a:cubicBezTo>
                    <a:cubicBezTo>
                      <a:pt x="433758" y="143162"/>
                      <a:pt x="390383" y="266347"/>
                      <a:pt x="336997" y="376216"/>
                    </a:cubicBezTo>
                    <a:cubicBezTo>
                      <a:pt x="333660" y="376216"/>
                      <a:pt x="330324" y="376216"/>
                      <a:pt x="326987" y="376216"/>
                    </a:cubicBezTo>
                    <a:cubicBezTo>
                      <a:pt x="286948" y="376216"/>
                      <a:pt x="256919" y="392862"/>
                      <a:pt x="246909" y="422827"/>
                    </a:cubicBezTo>
                    <a:cubicBezTo>
                      <a:pt x="236899" y="449461"/>
                      <a:pt x="236899" y="482755"/>
                      <a:pt x="260255" y="502731"/>
                    </a:cubicBezTo>
                    <a:cubicBezTo>
                      <a:pt x="266928" y="509389"/>
                      <a:pt x="276938" y="512719"/>
                      <a:pt x="283611" y="512719"/>
                    </a:cubicBezTo>
                    <a:cubicBezTo>
                      <a:pt x="306968" y="512719"/>
                      <a:pt x="326987" y="486084"/>
                      <a:pt x="333660" y="476096"/>
                    </a:cubicBezTo>
                    <a:cubicBezTo>
                      <a:pt x="333660" y="472767"/>
                      <a:pt x="336997" y="472767"/>
                      <a:pt x="336997" y="472767"/>
                    </a:cubicBezTo>
                    <a:cubicBezTo>
                      <a:pt x="343670" y="456120"/>
                      <a:pt x="353680" y="439473"/>
                      <a:pt x="360353" y="422827"/>
                    </a:cubicBezTo>
                    <a:cubicBezTo>
                      <a:pt x="400392" y="436144"/>
                      <a:pt x="420412" y="479425"/>
                      <a:pt x="433758" y="506060"/>
                    </a:cubicBezTo>
                    <a:cubicBezTo>
                      <a:pt x="427085" y="509389"/>
                      <a:pt x="423749" y="512719"/>
                      <a:pt x="420412" y="516048"/>
                    </a:cubicBezTo>
                    <a:cubicBezTo>
                      <a:pt x="407066" y="522707"/>
                      <a:pt x="377036" y="549342"/>
                      <a:pt x="373700" y="582635"/>
                    </a:cubicBezTo>
                    <a:cubicBezTo>
                      <a:pt x="370363" y="599282"/>
                      <a:pt x="377036" y="615928"/>
                      <a:pt x="390383" y="629246"/>
                    </a:cubicBezTo>
                    <a:cubicBezTo>
                      <a:pt x="397056" y="635904"/>
                      <a:pt x="407066" y="639234"/>
                      <a:pt x="420412" y="639234"/>
                    </a:cubicBezTo>
                    <a:cubicBezTo>
                      <a:pt x="430422" y="639234"/>
                      <a:pt x="443768" y="635904"/>
                      <a:pt x="453778" y="629246"/>
                    </a:cubicBezTo>
                    <a:cubicBezTo>
                      <a:pt x="477134" y="609270"/>
                      <a:pt x="487144" y="582635"/>
                      <a:pt x="483807" y="549342"/>
                    </a:cubicBezTo>
                    <a:cubicBezTo>
                      <a:pt x="480471" y="542683"/>
                      <a:pt x="480471" y="532695"/>
                      <a:pt x="477134" y="526036"/>
                    </a:cubicBezTo>
                    <a:cubicBezTo>
                      <a:pt x="483807" y="522707"/>
                      <a:pt x="487144" y="522707"/>
                      <a:pt x="490481" y="519377"/>
                    </a:cubicBezTo>
                    <a:cubicBezTo>
                      <a:pt x="513837" y="512719"/>
                      <a:pt x="543866" y="509389"/>
                      <a:pt x="577232" y="516048"/>
                    </a:cubicBezTo>
                    <a:cubicBezTo>
                      <a:pt x="583906" y="519377"/>
                      <a:pt x="587242" y="519377"/>
                      <a:pt x="593915" y="522707"/>
                    </a:cubicBezTo>
                    <a:cubicBezTo>
                      <a:pt x="593915" y="522707"/>
                      <a:pt x="590579" y="526036"/>
                      <a:pt x="590579" y="526036"/>
                    </a:cubicBezTo>
                    <a:cubicBezTo>
                      <a:pt x="570559" y="549342"/>
                      <a:pt x="547203" y="582635"/>
                      <a:pt x="550540" y="612599"/>
                    </a:cubicBezTo>
                    <a:cubicBezTo>
                      <a:pt x="550540" y="625916"/>
                      <a:pt x="557213" y="635904"/>
                      <a:pt x="570559" y="645892"/>
                    </a:cubicBezTo>
                    <a:cubicBezTo>
                      <a:pt x="593915" y="662539"/>
                      <a:pt x="617272" y="655880"/>
                      <a:pt x="637291" y="635904"/>
                    </a:cubicBezTo>
                    <a:cubicBezTo>
                      <a:pt x="657311" y="612599"/>
                      <a:pt x="667321" y="579306"/>
                      <a:pt x="663984" y="556000"/>
                    </a:cubicBezTo>
                    <a:cubicBezTo>
                      <a:pt x="663984" y="542683"/>
                      <a:pt x="657311" y="529365"/>
                      <a:pt x="650638" y="519377"/>
                    </a:cubicBezTo>
                    <a:cubicBezTo>
                      <a:pt x="677330" y="486084"/>
                      <a:pt x="710696" y="459449"/>
                      <a:pt x="740726" y="446132"/>
                    </a:cubicBezTo>
                    <a:cubicBezTo>
                      <a:pt x="747399" y="452791"/>
                      <a:pt x="750736" y="462779"/>
                      <a:pt x="754072" y="472767"/>
                    </a:cubicBezTo>
                    <a:cubicBezTo>
                      <a:pt x="767419" y="496072"/>
                      <a:pt x="790775" y="522707"/>
                      <a:pt x="820804" y="522707"/>
                    </a:cubicBezTo>
                    <a:cubicBezTo>
                      <a:pt x="830814" y="522707"/>
                      <a:pt x="840824" y="519377"/>
                      <a:pt x="850834" y="512719"/>
                    </a:cubicBezTo>
                    <a:cubicBezTo>
                      <a:pt x="864180" y="506060"/>
                      <a:pt x="870853" y="492743"/>
                      <a:pt x="874190" y="479425"/>
                    </a:cubicBezTo>
                    <a:cubicBezTo>
                      <a:pt x="874190" y="456120"/>
                      <a:pt x="860843" y="432815"/>
                      <a:pt x="844160" y="416168"/>
                    </a:cubicBezTo>
                    <a:cubicBezTo>
                      <a:pt x="820804" y="396192"/>
                      <a:pt x="794111" y="389533"/>
                      <a:pt x="760745" y="396192"/>
                    </a:cubicBezTo>
                    <a:cubicBezTo>
                      <a:pt x="707360" y="279665"/>
                      <a:pt x="660647" y="149821"/>
                      <a:pt x="617272" y="0"/>
                    </a:cubicBezTo>
                    <a:cubicBezTo>
                      <a:pt x="617272" y="0"/>
                      <a:pt x="617272" y="0"/>
                      <a:pt x="757409" y="0"/>
                    </a:cubicBezTo>
                    <a:cubicBezTo>
                      <a:pt x="774092" y="0"/>
                      <a:pt x="790775" y="13317"/>
                      <a:pt x="790775" y="33294"/>
                    </a:cubicBezTo>
                    <a:cubicBezTo>
                      <a:pt x="790775" y="33294"/>
                      <a:pt x="790775" y="33294"/>
                      <a:pt x="790775" y="139832"/>
                    </a:cubicBezTo>
                    <a:cubicBezTo>
                      <a:pt x="980961" y="226395"/>
                      <a:pt x="1114425" y="419497"/>
                      <a:pt x="1114425" y="642563"/>
                    </a:cubicBezTo>
                    <a:cubicBezTo>
                      <a:pt x="1114425" y="948863"/>
                      <a:pt x="864180" y="1198563"/>
                      <a:pt x="557213" y="1198563"/>
                    </a:cubicBezTo>
                    <a:cubicBezTo>
                      <a:pt x="250245" y="1198563"/>
                      <a:pt x="0" y="952192"/>
                      <a:pt x="0" y="645892"/>
                    </a:cubicBezTo>
                    <a:cubicBezTo>
                      <a:pt x="0" y="422827"/>
                      <a:pt x="133464" y="229725"/>
                      <a:pt x="323651" y="139832"/>
                    </a:cubicBezTo>
                    <a:cubicBezTo>
                      <a:pt x="323651" y="139832"/>
                      <a:pt x="323651" y="139832"/>
                      <a:pt x="323651" y="33294"/>
                    </a:cubicBezTo>
                    <a:cubicBezTo>
                      <a:pt x="323651" y="13317"/>
                      <a:pt x="336997" y="0"/>
                      <a:pt x="357017" y="0"/>
                    </a:cubicBezTo>
                    <a:close/>
                  </a:path>
                </a:pathLst>
              </a:custGeom>
              <a:solidFill>
                <a:srgbClr val="FABF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6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9836448" y="211424"/>
              <a:ext cx="16518" cy="1366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0" name="稻壳儿春秋广告/盗版必究        原创来源：http://chn.docer.com/works?userid=199329941#!/work_time"/>
          <p:cNvSpPr txBox="1"/>
          <p:nvPr/>
        </p:nvSpPr>
        <p:spPr>
          <a:xfrm>
            <a:off x="4791015" y="349001"/>
            <a:ext cx="26099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Advanced Customization</a:t>
            </a:r>
            <a:endParaRPr lang="en-US" altLang="zh-CN" sz="2400" dirty="0">
              <a:solidFill>
                <a:srgbClr val="FABF2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1" name="稻壳儿春秋广告/盗版必究        原创来源：http://chn.docer.com/works?userid=199329941#!/work_time"/>
          <p:cNvSpPr txBox="1"/>
          <p:nvPr/>
        </p:nvSpPr>
        <p:spPr>
          <a:xfrm>
            <a:off x="4023996" y="1216912"/>
            <a:ext cx="414527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7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The Plan -</a:t>
            </a:r>
            <a:endParaRPr lang="en-US" altLang="zh-CN" sz="1400" dirty="0">
              <a:solidFill>
                <a:srgbClr val="F7F8F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2" name="稻壳儿春秋广告/盗版必究        原创来源：http://chn.docer.com/works?userid=199329941#!/work_time"/>
          <p:cNvCxnSpPr/>
          <p:nvPr/>
        </p:nvCxnSpPr>
        <p:spPr>
          <a:xfrm>
            <a:off x="5968645" y="1213513"/>
            <a:ext cx="254711" cy="0"/>
          </a:xfrm>
          <a:prstGeom prst="line">
            <a:avLst/>
          </a:prstGeom>
          <a:ln w="28575">
            <a:solidFill>
              <a:srgbClr val="FAB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544483" y="0"/>
            <a:ext cx="793664" cy="1047369"/>
            <a:chOff x="544483" y="169341"/>
            <a:chExt cx="793664" cy="1047369"/>
          </a:xfrm>
        </p:grpSpPr>
        <p:sp>
          <p:nvSpPr>
            <p:cNvPr id="43" name="稻壳儿春秋广告/盗版必究        原创来源：http://chn.docer.com/works?userid=199329941#!/work_time"/>
            <p:cNvSpPr/>
            <p:nvPr/>
          </p:nvSpPr>
          <p:spPr bwMode="auto">
            <a:xfrm>
              <a:off x="837841" y="340120"/>
              <a:ext cx="216388" cy="178776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" name="稻壳儿春秋广告/盗版必究        原创来源：http://chn.docer.com/works?userid=199329941#!/work_time"/>
            <p:cNvSpPr/>
            <p:nvPr/>
          </p:nvSpPr>
          <p:spPr bwMode="auto">
            <a:xfrm>
              <a:off x="585873" y="628542"/>
              <a:ext cx="90040" cy="6825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稻壳儿春秋广告/盗版必究        原创来源：http://chn.docer.com/works?userid=199329941#!/work_time"/>
            <p:cNvSpPr/>
            <p:nvPr/>
          </p:nvSpPr>
          <p:spPr bwMode="auto">
            <a:xfrm>
              <a:off x="1216156" y="627089"/>
              <a:ext cx="90040" cy="6825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稻壳儿春秋广告/盗版必究        原创来源：http://chn.docer.com/works?userid=199329941#!/work_time"/>
            <p:cNvSpPr/>
            <p:nvPr/>
          </p:nvSpPr>
          <p:spPr bwMode="auto">
            <a:xfrm>
              <a:off x="544483" y="869618"/>
              <a:ext cx="103837" cy="54460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稻壳儿春秋广告/盗版必究        原创来源：http://chn.docer.com/works?userid=199329941#!/work_time"/>
            <p:cNvSpPr/>
            <p:nvPr/>
          </p:nvSpPr>
          <p:spPr bwMode="auto">
            <a:xfrm>
              <a:off x="1243749" y="865988"/>
              <a:ext cx="94398" cy="5518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稻壳儿春秋广告/盗版必究        原创来源：http://chn.docer.com/works?userid=199329941#!/work_time"/>
            <p:cNvSpPr/>
            <p:nvPr/>
          </p:nvSpPr>
          <p:spPr bwMode="auto">
            <a:xfrm>
              <a:off x="685353" y="1050425"/>
              <a:ext cx="79148" cy="87136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稻壳儿春秋广告/盗版必究        原创来源：http://chn.docer.com/works?userid=199329941#!/work_time"/>
            <p:cNvSpPr/>
            <p:nvPr/>
          </p:nvSpPr>
          <p:spPr bwMode="auto">
            <a:xfrm>
              <a:off x="1130473" y="1051878"/>
              <a:ext cx="76244" cy="85684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稻壳儿春秋广告/盗版必究        原创来源：http://chn.docer.com/works?userid=199329941#!/work_time"/>
            <p:cNvSpPr/>
            <p:nvPr/>
          </p:nvSpPr>
          <p:spPr bwMode="auto">
            <a:xfrm>
              <a:off x="926429" y="1123765"/>
              <a:ext cx="39211" cy="92945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稻壳儿春秋广告/盗版必究        原创来源：http://chn.docer.com/works?userid=199329941#!/work_time"/>
            <p:cNvSpPr/>
            <p:nvPr/>
          </p:nvSpPr>
          <p:spPr bwMode="auto">
            <a:xfrm>
              <a:off x="691162" y="529787"/>
              <a:ext cx="509745" cy="548231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3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937775" y="169341"/>
              <a:ext cx="16518" cy="1787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4" name="稻壳儿春秋广告/盗版必究        原创来源：http://chn.docer.com/works?userid=199329941#!/work_time"/>
          <p:cNvSpPr txBox="1"/>
          <p:nvPr/>
        </p:nvSpPr>
        <p:spPr>
          <a:xfrm>
            <a:off x="4927600" y="2459133"/>
            <a:ext cx="233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rgbClr val="FABF2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5" name="稻壳儿春秋广告/盗版必究        原创来源：http://chn.docer.com/works?userid=199329941#!/work_time"/>
          <p:cNvSpPr txBox="1"/>
          <p:nvPr/>
        </p:nvSpPr>
        <p:spPr>
          <a:xfrm>
            <a:off x="3443605" y="1560830"/>
            <a:ext cx="5304790" cy="22561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en-US" sz="1200" dirty="0">
                <a:solidFill>
                  <a:srgbClr val="F7F8F8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 Blazor-based Admin Dashboard that integrates with Keycloak using:</a:t>
            </a:r>
            <a:endParaRPr lang="en-US" altLang="en-US" sz="1200" dirty="0">
              <a:solidFill>
                <a:srgbClr val="F7F8F8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F7F8F8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Keycloak Admin REST API for user, group, and role management</a:t>
            </a:r>
            <a:endParaRPr lang="en-US" altLang="en-US" sz="1200" dirty="0">
              <a:solidFill>
                <a:srgbClr val="F7F8F8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F7F8F8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Custom SPI Endpoints and Policies to extend Keycloak with additional business logic</a:t>
            </a:r>
            <a:endParaRPr lang="en-US" altLang="en-US" sz="1200" dirty="0">
              <a:solidFill>
                <a:srgbClr val="F7F8F8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F7F8F8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UMA Authorization for fine-grained, per-group access control</a:t>
            </a:r>
            <a:endParaRPr lang="en-US" altLang="en-US" sz="1200" dirty="0">
              <a:solidFill>
                <a:srgbClr val="F7F8F8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rgbClr val="F7F8F8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lvl="0"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200" dirty="0">
                <a:solidFill>
                  <a:srgbClr val="F7F8F8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The UI dynamically adapts based on the user’s permissions retrieved from Keycloak.</a:t>
            </a:r>
            <a:endParaRPr lang="en-US" altLang="en-US" sz="1200" dirty="0">
              <a:solidFill>
                <a:srgbClr val="F7F8F8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6890" y="4073525"/>
            <a:ext cx="8905875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稻壳儿春秋广告/盗版必究        原创来源：http://chn.docer.com/works?userid=199329941#!/work_time"/>
          <p:cNvSpPr txBox="1"/>
          <p:nvPr/>
        </p:nvSpPr>
        <p:spPr>
          <a:xfrm>
            <a:off x="4791015" y="349001"/>
            <a:ext cx="26099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Advanced Customization</a:t>
            </a:r>
            <a:endParaRPr lang="en-US" altLang="zh-CN" sz="2400" dirty="0">
              <a:solidFill>
                <a:srgbClr val="FABF2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1" name="稻壳儿春秋广告/盗版必究        原创来源：http://chn.docer.com/works?userid=199329941#!/work_time"/>
          <p:cNvSpPr txBox="1"/>
          <p:nvPr/>
        </p:nvSpPr>
        <p:spPr>
          <a:xfrm>
            <a:off x="4580255" y="1216660"/>
            <a:ext cx="30302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7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User Managed Access </a:t>
            </a:r>
            <a:endParaRPr lang="en-US" altLang="zh-CN" sz="1400" dirty="0">
              <a:solidFill>
                <a:srgbClr val="F7F8F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sz="1400" dirty="0">
                <a:solidFill>
                  <a:srgbClr val="F7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 Keycloak Authorization</a:t>
            </a:r>
            <a:endParaRPr lang="en-US" altLang="zh-CN" sz="1400" dirty="0">
              <a:solidFill>
                <a:srgbClr val="F7F8F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2" name="稻壳儿春秋广告/盗版必究        原创来源：http://chn.docer.com/works?userid=199329941#!/work_time"/>
          <p:cNvCxnSpPr/>
          <p:nvPr/>
        </p:nvCxnSpPr>
        <p:spPr>
          <a:xfrm>
            <a:off x="5968645" y="1213513"/>
            <a:ext cx="254711" cy="0"/>
          </a:xfrm>
          <a:prstGeom prst="line">
            <a:avLst/>
          </a:prstGeom>
          <a:ln w="28575">
            <a:solidFill>
              <a:srgbClr val="FAB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稻壳儿春秋广告/盗版必究        原创来源：http://chn.docer.com/works?userid=199329941#!/work_time"/>
          <p:cNvSpPr txBox="1"/>
          <p:nvPr/>
        </p:nvSpPr>
        <p:spPr>
          <a:xfrm>
            <a:off x="4149725" y="1806575"/>
            <a:ext cx="3892550" cy="1038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en-US" sz="1000" dirty="0">
                <a:solidFill>
                  <a:srgbClr val="F7F8F8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UMA (User-Managed Access) is an OAuth-based protocol that allows users to control who can access their protected resources across different services.</a:t>
            </a:r>
            <a:endParaRPr lang="en-US" altLang="en-US" sz="1000" dirty="0">
              <a:solidFill>
                <a:srgbClr val="F7F8F8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91540"/>
            <a:ext cx="3419475" cy="18173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" y="3071495"/>
            <a:ext cx="4653280" cy="36156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950" y="2913380"/>
            <a:ext cx="3814445" cy="350901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8395" y="607060"/>
            <a:ext cx="3279775" cy="2946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045" y="3662680"/>
            <a:ext cx="4998085" cy="30245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稻壳儿春秋广告/盗版必究        原创来源：http://chn.docer.com/works?userid=199329941#!/work_time"/>
          <p:cNvSpPr txBox="1"/>
          <p:nvPr/>
        </p:nvSpPr>
        <p:spPr>
          <a:xfrm>
            <a:off x="4791015" y="349001"/>
            <a:ext cx="26099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Advanced Customization</a:t>
            </a:r>
            <a:endParaRPr lang="en-US" altLang="zh-CN" sz="2400" dirty="0">
              <a:solidFill>
                <a:srgbClr val="FABF2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1" name="稻壳儿春秋广告/盗版必究        原创来源：http://chn.docer.com/works?userid=199329941#!/work_time"/>
          <p:cNvSpPr txBox="1"/>
          <p:nvPr/>
        </p:nvSpPr>
        <p:spPr>
          <a:xfrm>
            <a:off x="4580255" y="1216660"/>
            <a:ext cx="30302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7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Authentication</a:t>
            </a:r>
            <a:endParaRPr lang="en-US" altLang="zh-CN" sz="1400" dirty="0">
              <a:solidFill>
                <a:srgbClr val="F7F8F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2" name="稻壳儿春秋广告/盗版必究        原创来源：http://chn.docer.com/works?userid=199329941#!/work_time"/>
          <p:cNvCxnSpPr/>
          <p:nvPr/>
        </p:nvCxnSpPr>
        <p:spPr>
          <a:xfrm>
            <a:off x="5968645" y="1213513"/>
            <a:ext cx="254711" cy="0"/>
          </a:xfrm>
          <a:prstGeom prst="line">
            <a:avLst/>
          </a:prstGeom>
          <a:ln w="28575">
            <a:solidFill>
              <a:srgbClr val="FAB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7810" y="1764030"/>
            <a:ext cx="6597015" cy="43764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10837058" y="0"/>
            <a:ext cx="793664" cy="1216710"/>
            <a:chOff x="1213556" y="1559117"/>
            <a:chExt cx="1093082" cy="1675726"/>
          </a:xfrm>
        </p:grpSpPr>
        <p:sp>
          <p:nvSpPr>
            <p:cNvPr id="54" name="稻壳儿春秋广告/盗版必究        原创来源：http://chn.docer.com/works?userid=199329941#!/work_time"/>
            <p:cNvSpPr/>
            <p:nvPr/>
          </p:nvSpPr>
          <p:spPr bwMode="auto">
            <a:xfrm>
              <a:off x="1617586" y="2027550"/>
              <a:ext cx="298022" cy="246221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5" name="稻壳儿春秋广告/盗版必究        原创来源：http://chn.docer.com/works?userid=199329941#!/work_time"/>
            <p:cNvSpPr/>
            <p:nvPr/>
          </p:nvSpPr>
          <p:spPr bwMode="auto">
            <a:xfrm>
              <a:off x="1270561" y="2424783"/>
              <a:ext cx="124009" cy="9400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稻壳儿春秋广告/盗版必究        原创来源：http://chn.docer.com/works?userid=199329941#!/work_time"/>
            <p:cNvSpPr/>
            <p:nvPr/>
          </p:nvSpPr>
          <p:spPr bwMode="auto">
            <a:xfrm>
              <a:off x="2138625" y="2422782"/>
              <a:ext cx="124009" cy="9400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稻壳儿春秋广告/盗版必究        原创来源：http://chn.docer.com/works?userid=199329941#!/work_time"/>
            <p:cNvSpPr/>
            <p:nvPr/>
          </p:nvSpPr>
          <p:spPr bwMode="auto">
            <a:xfrm>
              <a:off x="1213556" y="2756807"/>
              <a:ext cx="143011" cy="75006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稻壳儿春秋广告/盗版必究        原创来源：http://chn.docer.com/works?userid=199329941#!/work_time"/>
            <p:cNvSpPr/>
            <p:nvPr/>
          </p:nvSpPr>
          <p:spPr bwMode="auto">
            <a:xfrm>
              <a:off x="2176628" y="2751807"/>
              <a:ext cx="130010" cy="7600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稻壳儿春秋广告/盗版必究        原创来源：http://chn.docer.com/works?userid=199329941#!/work_time"/>
            <p:cNvSpPr/>
            <p:nvPr/>
          </p:nvSpPr>
          <p:spPr bwMode="auto">
            <a:xfrm>
              <a:off x="1407570" y="3005826"/>
              <a:ext cx="109008" cy="120009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稻壳儿春秋广告/盗版必究        原创来源：http://chn.docer.com/works?userid=199329941#!/work_time"/>
            <p:cNvSpPr/>
            <p:nvPr/>
          </p:nvSpPr>
          <p:spPr bwMode="auto">
            <a:xfrm>
              <a:off x="2020617" y="3007826"/>
              <a:ext cx="105008" cy="118009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稻壳儿春秋广告/盗版必究        原创来源：http://chn.docer.com/works?userid=199329941#!/work_time"/>
            <p:cNvSpPr/>
            <p:nvPr/>
          </p:nvSpPr>
          <p:spPr bwMode="auto">
            <a:xfrm>
              <a:off x="1739595" y="3106833"/>
              <a:ext cx="54004" cy="128010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稻壳儿春秋广告/盗版必究        原创来源：http://chn.docer.com/works?userid=199329941#!/work_time"/>
            <p:cNvSpPr/>
            <p:nvPr/>
          </p:nvSpPr>
          <p:spPr bwMode="auto">
            <a:xfrm>
              <a:off x="1415571" y="2288772"/>
              <a:ext cx="702052" cy="755057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65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1755222" y="1559117"/>
              <a:ext cx="22750" cy="4794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0281886" y="0"/>
            <a:ext cx="496626" cy="656655"/>
            <a:chOff x="9591675" y="211424"/>
            <a:chExt cx="496626" cy="656655"/>
          </a:xfrm>
        </p:grpSpPr>
        <p:grpSp>
          <p:nvGrpSpPr>
            <p:cNvPr id="4" name="组合 3"/>
            <p:cNvGrpSpPr/>
            <p:nvPr/>
          </p:nvGrpSpPr>
          <p:grpSpPr>
            <a:xfrm>
              <a:off x="9591675" y="319563"/>
              <a:ext cx="496626" cy="548516"/>
              <a:chOff x="9443156" y="340120"/>
              <a:chExt cx="793664" cy="876590"/>
            </a:xfrm>
          </p:grpSpPr>
          <p:sp>
            <p:nvSpPr>
              <p:cNvPr id="67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736514" y="340120"/>
                <a:ext cx="216388" cy="178776"/>
              </a:xfrm>
              <a:custGeom>
                <a:avLst/>
                <a:gdLst>
                  <a:gd name="connsiteX0" fmla="*/ 29984 w 473075"/>
                  <a:gd name="connsiteY0" fmla="*/ 320996 h 390846"/>
                  <a:gd name="connsiteX1" fmla="*/ 443092 w 473075"/>
                  <a:gd name="connsiteY1" fmla="*/ 320996 h 390846"/>
                  <a:gd name="connsiteX2" fmla="*/ 473075 w 473075"/>
                  <a:gd name="connsiteY2" fmla="*/ 357584 h 390846"/>
                  <a:gd name="connsiteX3" fmla="*/ 443092 w 473075"/>
                  <a:gd name="connsiteY3" fmla="*/ 390846 h 390846"/>
                  <a:gd name="connsiteX4" fmla="*/ 29984 w 473075"/>
                  <a:gd name="connsiteY4" fmla="*/ 390846 h 390846"/>
                  <a:gd name="connsiteX5" fmla="*/ 0 w 473075"/>
                  <a:gd name="connsiteY5" fmla="*/ 357584 h 390846"/>
                  <a:gd name="connsiteX6" fmla="*/ 29984 w 473075"/>
                  <a:gd name="connsiteY6" fmla="*/ 320996 h 390846"/>
                  <a:gd name="connsiteX7" fmla="*/ 29984 w 473075"/>
                  <a:gd name="connsiteY7" fmla="*/ 227334 h 390846"/>
                  <a:gd name="connsiteX8" fmla="*/ 443092 w 473075"/>
                  <a:gd name="connsiteY8" fmla="*/ 227334 h 390846"/>
                  <a:gd name="connsiteX9" fmla="*/ 473075 w 473075"/>
                  <a:gd name="connsiteY9" fmla="*/ 260671 h 390846"/>
                  <a:gd name="connsiteX10" fmla="*/ 443092 w 473075"/>
                  <a:gd name="connsiteY10" fmla="*/ 294009 h 390846"/>
                  <a:gd name="connsiteX11" fmla="*/ 29984 w 473075"/>
                  <a:gd name="connsiteY11" fmla="*/ 294009 h 390846"/>
                  <a:gd name="connsiteX12" fmla="*/ 0 w 473075"/>
                  <a:gd name="connsiteY12" fmla="*/ 260671 h 390846"/>
                  <a:gd name="connsiteX13" fmla="*/ 29984 w 473075"/>
                  <a:gd name="connsiteY13" fmla="*/ 227334 h 390846"/>
                  <a:gd name="connsiteX14" fmla="*/ 242865 w 473075"/>
                  <a:gd name="connsiteY14" fmla="*/ 359 h 390846"/>
                  <a:gd name="connsiteX15" fmla="*/ 319932 w 473075"/>
                  <a:gd name="connsiteY15" fmla="*/ 7427 h 390846"/>
                  <a:gd name="connsiteX16" fmla="*/ 353258 w 473075"/>
                  <a:gd name="connsiteY16" fmla="*/ 40689 h 390846"/>
                  <a:gd name="connsiteX17" fmla="*/ 396583 w 473075"/>
                  <a:gd name="connsiteY17" fmla="*/ 130496 h 390846"/>
                  <a:gd name="connsiteX18" fmla="*/ 443239 w 473075"/>
                  <a:gd name="connsiteY18" fmla="*/ 130496 h 390846"/>
                  <a:gd name="connsiteX19" fmla="*/ 469900 w 473075"/>
                  <a:gd name="connsiteY19" fmla="*/ 163758 h 390846"/>
                  <a:gd name="connsiteX20" fmla="*/ 443239 w 473075"/>
                  <a:gd name="connsiteY20" fmla="*/ 200346 h 390846"/>
                  <a:gd name="connsiteX21" fmla="*/ 29994 w 473075"/>
                  <a:gd name="connsiteY21" fmla="*/ 200346 h 390846"/>
                  <a:gd name="connsiteX22" fmla="*/ 0 w 473075"/>
                  <a:gd name="connsiteY22" fmla="*/ 167084 h 390846"/>
                  <a:gd name="connsiteX23" fmla="*/ 29994 w 473075"/>
                  <a:gd name="connsiteY23" fmla="*/ 130496 h 390846"/>
                  <a:gd name="connsiteX24" fmla="*/ 63320 w 473075"/>
                  <a:gd name="connsiteY24" fmla="*/ 130496 h 390846"/>
                  <a:gd name="connsiteX25" fmla="*/ 109977 w 473075"/>
                  <a:gd name="connsiteY25" fmla="*/ 44015 h 390846"/>
                  <a:gd name="connsiteX26" fmla="*/ 143303 w 473075"/>
                  <a:gd name="connsiteY26" fmla="*/ 10753 h 390846"/>
                  <a:gd name="connsiteX27" fmla="*/ 242865 w 473075"/>
                  <a:gd name="connsiteY27" fmla="*/ 359 h 390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3075" h="390846">
                    <a:moveTo>
                      <a:pt x="29984" y="320996"/>
                    </a:moveTo>
                    <a:cubicBezTo>
                      <a:pt x="29984" y="320996"/>
                      <a:pt x="29984" y="320996"/>
                      <a:pt x="443092" y="320996"/>
                    </a:cubicBezTo>
                    <a:cubicBezTo>
                      <a:pt x="459749" y="320996"/>
                      <a:pt x="473075" y="337627"/>
                      <a:pt x="473075" y="357584"/>
                    </a:cubicBezTo>
                    <a:cubicBezTo>
                      <a:pt x="473075" y="374215"/>
                      <a:pt x="459749" y="390846"/>
                      <a:pt x="443092" y="390846"/>
                    </a:cubicBezTo>
                    <a:cubicBezTo>
                      <a:pt x="443092" y="390846"/>
                      <a:pt x="443092" y="390846"/>
                      <a:pt x="29984" y="390846"/>
                    </a:cubicBezTo>
                    <a:cubicBezTo>
                      <a:pt x="13326" y="390846"/>
                      <a:pt x="0" y="374215"/>
                      <a:pt x="0" y="357584"/>
                    </a:cubicBezTo>
                    <a:cubicBezTo>
                      <a:pt x="0" y="337627"/>
                      <a:pt x="13326" y="320996"/>
                      <a:pt x="29984" y="320996"/>
                    </a:cubicBezTo>
                    <a:close/>
                    <a:moveTo>
                      <a:pt x="29984" y="227334"/>
                    </a:moveTo>
                    <a:cubicBezTo>
                      <a:pt x="29984" y="227334"/>
                      <a:pt x="29984" y="227334"/>
                      <a:pt x="443092" y="227334"/>
                    </a:cubicBezTo>
                    <a:cubicBezTo>
                      <a:pt x="459749" y="227334"/>
                      <a:pt x="469744" y="240669"/>
                      <a:pt x="473075" y="260671"/>
                    </a:cubicBezTo>
                    <a:cubicBezTo>
                      <a:pt x="473075" y="280674"/>
                      <a:pt x="459749" y="294009"/>
                      <a:pt x="443092" y="294009"/>
                    </a:cubicBezTo>
                    <a:cubicBezTo>
                      <a:pt x="443092" y="294009"/>
                      <a:pt x="443092" y="294009"/>
                      <a:pt x="29984" y="294009"/>
                    </a:cubicBezTo>
                    <a:cubicBezTo>
                      <a:pt x="13326" y="294009"/>
                      <a:pt x="0" y="280674"/>
                      <a:pt x="0" y="260671"/>
                    </a:cubicBezTo>
                    <a:cubicBezTo>
                      <a:pt x="0" y="244003"/>
                      <a:pt x="13326" y="227334"/>
                      <a:pt x="29984" y="227334"/>
                    </a:cubicBezTo>
                    <a:close/>
                    <a:moveTo>
                      <a:pt x="242865" y="359"/>
                    </a:moveTo>
                    <a:cubicBezTo>
                      <a:pt x="280774" y="1606"/>
                      <a:pt x="314933" y="5764"/>
                      <a:pt x="319932" y="7427"/>
                    </a:cubicBezTo>
                    <a:cubicBezTo>
                      <a:pt x="329930" y="10753"/>
                      <a:pt x="353258" y="40689"/>
                      <a:pt x="353258" y="40689"/>
                    </a:cubicBezTo>
                    <a:cubicBezTo>
                      <a:pt x="353258" y="40689"/>
                      <a:pt x="353258" y="40689"/>
                      <a:pt x="396583" y="130496"/>
                    </a:cubicBezTo>
                    <a:cubicBezTo>
                      <a:pt x="396583" y="130496"/>
                      <a:pt x="396583" y="130496"/>
                      <a:pt x="443239" y="130496"/>
                    </a:cubicBezTo>
                    <a:cubicBezTo>
                      <a:pt x="456570" y="130496"/>
                      <a:pt x="469900" y="147127"/>
                      <a:pt x="469900" y="163758"/>
                    </a:cubicBezTo>
                    <a:cubicBezTo>
                      <a:pt x="469900" y="183715"/>
                      <a:pt x="456570" y="200346"/>
                      <a:pt x="443239" y="200346"/>
                    </a:cubicBezTo>
                    <a:cubicBezTo>
                      <a:pt x="443239" y="200346"/>
                      <a:pt x="443239" y="200346"/>
                      <a:pt x="29994" y="200346"/>
                    </a:cubicBezTo>
                    <a:cubicBezTo>
                      <a:pt x="13331" y="200346"/>
                      <a:pt x="0" y="183715"/>
                      <a:pt x="0" y="167084"/>
                    </a:cubicBezTo>
                    <a:cubicBezTo>
                      <a:pt x="0" y="147127"/>
                      <a:pt x="13331" y="130496"/>
                      <a:pt x="29994" y="130496"/>
                    </a:cubicBezTo>
                    <a:cubicBezTo>
                      <a:pt x="29994" y="130496"/>
                      <a:pt x="29994" y="130496"/>
                      <a:pt x="63320" y="130496"/>
                    </a:cubicBezTo>
                    <a:cubicBezTo>
                      <a:pt x="73318" y="110539"/>
                      <a:pt x="96646" y="67298"/>
                      <a:pt x="109977" y="44015"/>
                    </a:cubicBezTo>
                    <a:cubicBezTo>
                      <a:pt x="123307" y="14079"/>
                      <a:pt x="143303" y="10753"/>
                      <a:pt x="143303" y="10753"/>
                    </a:cubicBezTo>
                    <a:cubicBezTo>
                      <a:pt x="163299" y="775"/>
                      <a:pt x="204957" y="-889"/>
                      <a:pt x="242865" y="359"/>
                    </a:cubicBezTo>
                    <a:close/>
                  </a:path>
                </a:pathLst>
              </a:custGeom>
              <a:solidFill>
                <a:srgbClr val="F7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68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484546" y="628542"/>
                <a:ext cx="90040" cy="68257"/>
              </a:xfrm>
              <a:custGeom>
                <a:avLst/>
                <a:gdLst>
                  <a:gd name="T0" fmla="*/ 7 w 59"/>
                  <a:gd name="T1" fmla="*/ 26 h 45"/>
                  <a:gd name="T2" fmla="*/ 38 w 59"/>
                  <a:gd name="T3" fmla="*/ 42 h 45"/>
                  <a:gd name="T4" fmla="*/ 56 w 59"/>
                  <a:gd name="T5" fmla="*/ 37 h 45"/>
                  <a:gd name="T6" fmla="*/ 56 w 59"/>
                  <a:gd name="T7" fmla="*/ 37 h 45"/>
                  <a:gd name="T8" fmla="*/ 51 w 59"/>
                  <a:gd name="T9" fmla="*/ 19 h 45"/>
                  <a:gd name="T10" fmla="*/ 20 w 59"/>
                  <a:gd name="T11" fmla="*/ 3 h 45"/>
                  <a:gd name="T12" fmla="*/ 2 w 59"/>
                  <a:gd name="T13" fmla="*/ 8 h 45"/>
                  <a:gd name="T14" fmla="*/ 0 w 59"/>
                  <a:gd name="T15" fmla="*/ 15 h 45"/>
                  <a:gd name="T16" fmla="*/ 7 w 59"/>
                  <a:gd name="T17" fmla="*/ 2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5">
                    <a:moveTo>
                      <a:pt x="7" y="26"/>
                    </a:moveTo>
                    <a:cubicBezTo>
                      <a:pt x="17" y="31"/>
                      <a:pt x="28" y="36"/>
                      <a:pt x="38" y="42"/>
                    </a:cubicBezTo>
                    <a:cubicBezTo>
                      <a:pt x="44" y="45"/>
                      <a:pt x="53" y="43"/>
                      <a:pt x="56" y="37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9" y="30"/>
                      <a:pt x="58" y="22"/>
                      <a:pt x="51" y="19"/>
                    </a:cubicBezTo>
                    <a:cubicBezTo>
                      <a:pt x="41" y="13"/>
                      <a:pt x="30" y="8"/>
                      <a:pt x="20" y="3"/>
                    </a:cubicBezTo>
                    <a:cubicBezTo>
                      <a:pt x="14" y="0"/>
                      <a:pt x="5" y="2"/>
                      <a:pt x="2" y="8"/>
                    </a:cubicBezTo>
                    <a:cubicBezTo>
                      <a:pt x="1" y="10"/>
                      <a:pt x="0" y="13"/>
                      <a:pt x="0" y="15"/>
                    </a:cubicBezTo>
                    <a:cubicBezTo>
                      <a:pt x="1" y="20"/>
                      <a:pt x="3" y="24"/>
                      <a:pt x="7" y="26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114829" y="627089"/>
                <a:ext cx="90040" cy="68257"/>
              </a:xfrm>
              <a:custGeom>
                <a:avLst/>
                <a:gdLst>
                  <a:gd name="T0" fmla="*/ 3 w 59"/>
                  <a:gd name="T1" fmla="*/ 38 h 45"/>
                  <a:gd name="T2" fmla="*/ 21 w 59"/>
                  <a:gd name="T3" fmla="*/ 42 h 45"/>
                  <a:gd name="T4" fmla="*/ 52 w 59"/>
                  <a:gd name="T5" fmla="*/ 26 h 45"/>
                  <a:gd name="T6" fmla="*/ 59 w 59"/>
                  <a:gd name="T7" fmla="*/ 16 h 45"/>
                  <a:gd name="T8" fmla="*/ 57 w 59"/>
                  <a:gd name="T9" fmla="*/ 8 h 45"/>
                  <a:gd name="T10" fmla="*/ 39 w 59"/>
                  <a:gd name="T11" fmla="*/ 4 h 45"/>
                  <a:gd name="T12" fmla="*/ 8 w 59"/>
                  <a:gd name="T13" fmla="*/ 19 h 45"/>
                  <a:gd name="T14" fmla="*/ 3 w 59"/>
                  <a:gd name="T15" fmla="*/ 37 h 45"/>
                  <a:gd name="T16" fmla="*/ 3 w 59"/>
                  <a:gd name="T17" fmla="*/ 3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5">
                    <a:moveTo>
                      <a:pt x="3" y="38"/>
                    </a:moveTo>
                    <a:cubicBezTo>
                      <a:pt x="6" y="44"/>
                      <a:pt x="15" y="45"/>
                      <a:pt x="21" y="42"/>
                    </a:cubicBezTo>
                    <a:cubicBezTo>
                      <a:pt x="31" y="37"/>
                      <a:pt x="42" y="32"/>
                      <a:pt x="52" y="26"/>
                    </a:cubicBezTo>
                    <a:cubicBezTo>
                      <a:pt x="56" y="24"/>
                      <a:pt x="58" y="20"/>
                      <a:pt x="59" y="16"/>
                    </a:cubicBezTo>
                    <a:cubicBezTo>
                      <a:pt x="59" y="13"/>
                      <a:pt x="58" y="11"/>
                      <a:pt x="57" y="8"/>
                    </a:cubicBezTo>
                    <a:cubicBezTo>
                      <a:pt x="54" y="2"/>
                      <a:pt x="45" y="0"/>
                      <a:pt x="39" y="4"/>
                    </a:cubicBezTo>
                    <a:cubicBezTo>
                      <a:pt x="28" y="9"/>
                      <a:pt x="18" y="14"/>
                      <a:pt x="8" y="19"/>
                    </a:cubicBezTo>
                    <a:cubicBezTo>
                      <a:pt x="1" y="23"/>
                      <a:pt x="0" y="31"/>
                      <a:pt x="3" y="37"/>
                    </a:cubicBezTo>
                    <a:cubicBezTo>
                      <a:pt x="3" y="37"/>
                      <a:pt x="3" y="37"/>
                      <a:pt x="3" y="38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443156" y="869618"/>
                <a:ext cx="103837" cy="54460"/>
              </a:xfrm>
              <a:custGeom>
                <a:avLst/>
                <a:gdLst>
                  <a:gd name="T0" fmla="*/ 24 w 68"/>
                  <a:gd name="T1" fmla="*/ 33 h 36"/>
                  <a:gd name="T2" fmla="*/ 58 w 68"/>
                  <a:gd name="T3" fmla="*/ 26 h 36"/>
                  <a:gd name="T4" fmla="*/ 65 w 68"/>
                  <a:gd name="T5" fmla="*/ 21 h 36"/>
                  <a:gd name="T6" fmla="*/ 67 w 68"/>
                  <a:gd name="T7" fmla="*/ 17 h 36"/>
                  <a:gd name="T8" fmla="*/ 67 w 68"/>
                  <a:gd name="T9" fmla="*/ 10 h 36"/>
                  <a:gd name="T10" fmla="*/ 67 w 68"/>
                  <a:gd name="T11" fmla="*/ 9 h 36"/>
                  <a:gd name="T12" fmla="*/ 56 w 68"/>
                  <a:gd name="T13" fmla="*/ 0 h 36"/>
                  <a:gd name="T14" fmla="*/ 51 w 68"/>
                  <a:gd name="T15" fmla="*/ 0 h 36"/>
                  <a:gd name="T16" fmla="*/ 17 w 68"/>
                  <a:gd name="T17" fmla="*/ 8 h 36"/>
                  <a:gd name="T18" fmla="*/ 24 w 68"/>
                  <a:gd name="T19" fmla="*/ 3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36">
                    <a:moveTo>
                      <a:pt x="24" y="33"/>
                    </a:moveTo>
                    <a:cubicBezTo>
                      <a:pt x="35" y="31"/>
                      <a:pt x="47" y="28"/>
                      <a:pt x="58" y="26"/>
                    </a:cubicBezTo>
                    <a:cubicBezTo>
                      <a:pt x="61" y="25"/>
                      <a:pt x="64" y="23"/>
                      <a:pt x="65" y="21"/>
                    </a:cubicBezTo>
                    <a:cubicBezTo>
                      <a:pt x="66" y="19"/>
                      <a:pt x="67" y="18"/>
                      <a:pt x="67" y="17"/>
                    </a:cubicBezTo>
                    <a:cubicBezTo>
                      <a:pt x="68" y="14"/>
                      <a:pt x="68" y="12"/>
                      <a:pt x="67" y="10"/>
                    </a:cubicBezTo>
                    <a:cubicBezTo>
                      <a:pt x="67" y="10"/>
                      <a:pt x="67" y="9"/>
                      <a:pt x="67" y="9"/>
                    </a:cubicBezTo>
                    <a:cubicBezTo>
                      <a:pt x="66" y="3"/>
                      <a:pt x="61" y="0"/>
                      <a:pt x="56" y="0"/>
                    </a:cubicBezTo>
                    <a:cubicBezTo>
                      <a:pt x="55" y="0"/>
                      <a:pt x="53" y="0"/>
                      <a:pt x="51" y="0"/>
                    </a:cubicBezTo>
                    <a:cubicBezTo>
                      <a:pt x="40" y="3"/>
                      <a:pt x="28" y="5"/>
                      <a:pt x="17" y="8"/>
                    </a:cubicBezTo>
                    <a:cubicBezTo>
                      <a:pt x="0" y="11"/>
                      <a:pt x="7" y="36"/>
                      <a:pt x="24" y="33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142422" y="865988"/>
                <a:ext cx="94398" cy="55186"/>
              </a:xfrm>
              <a:custGeom>
                <a:avLst/>
                <a:gdLst>
                  <a:gd name="T0" fmla="*/ 1 w 62"/>
                  <a:gd name="T1" fmla="*/ 13 h 36"/>
                  <a:gd name="T2" fmla="*/ 10 w 62"/>
                  <a:gd name="T3" fmla="*/ 27 h 36"/>
                  <a:gd name="T4" fmla="*/ 44 w 62"/>
                  <a:gd name="T5" fmla="*/ 35 h 36"/>
                  <a:gd name="T6" fmla="*/ 60 w 62"/>
                  <a:gd name="T7" fmla="*/ 26 h 36"/>
                  <a:gd name="T8" fmla="*/ 61 w 62"/>
                  <a:gd name="T9" fmla="*/ 25 h 36"/>
                  <a:gd name="T10" fmla="*/ 51 w 62"/>
                  <a:gd name="T11" fmla="*/ 9 h 36"/>
                  <a:gd name="T12" fmla="*/ 17 w 62"/>
                  <a:gd name="T13" fmla="*/ 2 h 36"/>
                  <a:gd name="T14" fmla="*/ 1 w 62"/>
                  <a:gd name="T15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36">
                    <a:moveTo>
                      <a:pt x="1" y="13"/>
                    </a:moveTo>
                    <a:cubicBezTo>
                      <a:pt x="0" y="19"/>
                      <a:pt x="2" y="26"/>
                      <a:pt x="10" y="27"/>
                    </a:cubicBezTo>
                    <a:cubicBezTo>
                      <a:pt x="22" y="30"/>
                      <a:pt x="33" y="32"/>
                      <a:pt x="44" y="35"/>
                    </a:cubicBezTo>
                    <a:cubicBezTo>
                      <a:pt x="51" y="36"/>
                      <a:pt x="59" y="33"/>
                      <a:pt x="60" y="26"/>
                    </a:cubicBezTo>
                    <a:cubicBezTo>
                      <a:pt x="60" y="25"/>
                      <a:pt x="60" y="25"/>
                      <a:pt x="61" y="25"/>
                    </a:cubicBezTo>
                    <a:cubicBezTo>
                      <a:pt x="62" y="19"/>
                      <a:pt x="59" y="11"/>
                      <a:pt x="51" y="9"/>
                    </a:cubicBezTo>
                    <a:cubicBezTo>
                      <a:pt x="40" y="7"/>
                      <a:pt x="29" y="4"/>
                      <a:pt x="17" y="2"/>
                    </a:cubicBezTo>
                    <a:cubicBezTo>
                      <a:pt x="8" y="0"/>
                      <a:pt x="2" y="6"/>
                      <a:pt x="1" y="13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584026" y="1050425"/>
                <a:ext cx="79148" cy="87136"/>
              </a:xfrm>
              <a:custGeom>
                <a:avLst/>
                <a:gdLst>
                  <a:gd name="T0" fmla="*/ 6 w 52"/>
                  <a:gd name="T1" fmla="*/ 51 h 57"/>
                  <a:gd name="T2" fmla="*/ 6 w 52"/>
                  <a:gd name="T3" fmla="*/ 51 h 57"/>
                  <a:gd name="T4" fmla="*/ 25 w 52"/>
                  <a:gd name="T5" fmla="*/ 51 h 57"/>
                  <a:gd name="T6" fmla="*/ 47 w 52"/>
                  <a:gd name="T7" fmla="*/ 24 h 57"/>
                  <a:gd name="T8" fmla="*/ 47 w 52"/>
                  <a:gd name="T9" fmla="*/ 5 h 57"/>
                  <a:gd name="T10" fmla="*/ 46 w 52"/>
                  <a:gd name="T11" fmla="*/ 4 h 57"/>
                  <a:gd name="T12" fmla="*/ 28 w 52"/>
                  <a:gd name="T13" fmla="*/ 5 h 57"/>
                  <a:gd name="T14" fmla="*/ 6 w 52"/>
                  <a:gd name="T15" fmla="*/ 32 h 57"/>
                  <a:gd name="T16" fmla="*/ 6 w 52"/>
                  <a:gd name="T17" fmla="*/ 5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" h="57">
                    <a:moveTo>
                      <a:pt x="6" y="51"/>
                    </a:moveTo>
                    <a:cubicBezTo>
                      <a:pt x="6" y="51"/>
                      <a:pt x="6" y="51"/>
                      <a:pt x="6" y="51"/>
                    </a:cubicBezTo>
                    <a:cubicBezTo>
                      <a:pt x="12" y="55"/>
                      <a:pt x="20" y="57"/>
                      <a:pt x="25" y="51"/>
                    </a:cubicBezTo>
                    <a:cubicBezTo>
                      <a:pt x="32" y="42"/>
                      <a:pt x="40" y="33"/>
                      <a:pt x="47" y="24"/>
                    </a:cubicBezTo>
                    <a:cubicBezTo>
                      <a:pt x="51" y="18"/>
                      <a:pt x="52" y="10"/>
                      <a:pt x="47" y="5"/>
                    </a:cubicBezTo>
                    <a:cubicBezTo>
                      <a:pt x="46" y="5"/>
                      <a:pt x="46" y="4"/>
                      <a:pt x="46" y="4"/>
                    </a:cubicBezTo>
                    <a:cubicBezTo>
                      <a:pt x="41" y="0"/>
                      <a:pt x="32" y="0"/>
                      <a:pt x="28" y="5"/>
                    </a:cubicBezTo>
                    <a:cubicBezTo>
                      <a:pt x="21" y="14"/>
                      <a:pt x="13" y="23"/>
                      <a:pt x="6" y="32"/>
                    </a:cubicBezTo>
                    <a:cubicBezTo>
                      <a:pt x="2" y="37"/>
                      <a:pt x="0" y="46"/>
                      <a:pt x="6" y="51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10029146" y="1051878"/>
                <a:ext cx="76244" cy="85684"/>
              </a:xfrm>
              <a:custGeom>
                <a:avLst/>
                <a:gdLst>
                  <a:gd name="T0" fmla="*/ 4 w 50"/>
                  <a:gd name="T1" fmla="*/ 22 h 56"/>
                  <a:gd name="T2" fmla="*/ 26 w 50"/>
                  <a:gd name="T3" fmla="*/ 50 h 56"/>
                  <a:gd name="T4" fmla="*/ 44 w 50"/>
                  <a:gd name="T5" fmla="*/ 50 h 56"/>
                  <a:gd name="T6" fmla="*/ 44 w 50"/>
                  <a:gd name="T7" fmla="*/ 49 h 56"/>
                  <a:gd name="T8" fmla="*/ 44 w 50"/>
                  <a:gd name="T9" fmla="*/ 31 h 56"/>
                  <a:gd name="T10" fmla="*/ 22 w 50"/>
                  <a:gd name="T11" fmla="*/ 4 h 56"/>
                  <a:gd name="T12" fmla="*/ 12 w 50"/>
                  <a:gd name="T13" fmla="*/ 0 h 56"/>
                  <a:gd name="T14" fmla="*/ 4 w 50"/>
                  <a:gd name="T15" fmla="*/ 4 h 56"/>
                  <a:gd name="T16" fmla="*/ 0 w 50"/>
                  <a:gd name="T17" fmla="*/ 11 h 56"/>
                  <a:gd name="T18" fmla="*/ 4 w 50"/>
                  <a:gd name="T19" fmla="*/ 2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" h="56">
                    <a:moveTo>
                      <a:pt x="4" y="22"/>
                    </a:moveTo>
                    <a:cubicBezTo>
                      <a:pt x="11" y="32"/>
                      <a:pt x="18" y="41"/>
                      <a:pt x="26" y="50"/>
                    </a:cubicBezTo>
                    <a:cubicBezTo>
                      <a:pt x="30" y="56"/>
                      <a:pt x="39" y="54"/>
                      <a:pt x="44" y="50"/>
                    </a:cubicBezTo>
                    <a:cubicBezTo>
                      <a:pt x="44" y="50"/>
                      <a:pt x="44" y="49"/>
                      <a:pt x="44" y="49"/>
                    </a:cubicBezTo>
                    <a:cubicBezTo>
                      <a:pt x="50" y="45"/>
                      <a:pt x="48" y="36"/>
                      <a:pt x="44" y="31"/>
                    </a:cubicBezTo>
                    <a:cubicBezTo>
                      <a:pt x="37" y="22"/>
                      <a:pt x="30" y="13"/>
                      <a:pt x="22" y="4"/>
                    </a:cubicBezTo>
                    <a:cubicBezTo>
                      <a:pt x="20" y="1"/>
                      <a:pt x="16" y="0"/>
                      <a:pt x="12" y="0"/>
                    </a:cubicBezTo>
                    <a:cubicBezTo>
                      <a:pt x="9" y="0"/>
                      <a:pt x="6" y="2"/>
                      <a:pt x="4" y="4"/>
                    </a:cubicBezTo>
                    <a:cubicBezTo>
                      <a:pt x="1" y="6"/>
                      <a:pt x="0" y="9"/>
                      <a:pt x="0" y="11"/>
                    </a:cubicBezTo>
                    <a:cubicBezTo>
                      <a:pt x="0" y="15"/>
                      <a:pt x="1" y="19"/>
                      <a:pt x="4" y="22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825102" y="1123765"/>
                <a:ext cx="39211" cy="92945"/>
              </a:xfrm>
              <a:custGeom>
                <a:avLst/>
                <a:gdLst>
                  <a:gd name="T0" fmla="*/ 13 w 26"/>
                  <a:gd name="T1" fmla="*/ 61 h 61"/>
                  <a:gd name="T2" fmla="*/ 13 w 26"/>
                  <a:gd name="T3" fmla="*/ 61 h 61"/>
                  <a:gd name="T4" fmla="*/ 26 w 26"/>
                  <a:gd name="T5" fmla="*/ 48 h 61"/>
                  <a:gd name="T6" fmla="*/ 26 w 26"/>
                  <a:gd name="T7" fmla="*/ 13 h 61"/>
                  <a:gd name="T8" fmla="*/ 13 w 26"/>
                  <a:gd name="T9" fmla="*/ 0 h 61"/>
                  <a:gd name="T10" fmla="*/ 13 w 26"/>
                  <a:gd name="T11" fmla="*/ 0 h 61"/>
                  <a:gd name="T12" fmla="*/ 4 w 26"/>
                  <a:gd name="T13" fmla="*/ 3 h 61"/>
                  <a:gd name="T14" fmla="*/ 0 w 26"/>
                  <a:gd name="T15" fmla="*/ 13 h 61"/>
                  <a:gd name="T16" fmla="*/ 0 w 26"/>
                  <a:gd name="T17" fmla="*/ 48 h 61"/>
                  <a:gd name="T18" fmla="*/ 13 w 26"/>
                  <a:gd name="T19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" h="61">
                    <a:moveTo>
                      <a:pt x="13" y="61"/>
                    </a:moveTo>
                    <a:cubicBezTo>
                      <a:pt x="13" y="61"/>
                      <a:pt x="13" y="61"/>
                      <a:pt x="13" y="61"/>
                    </a:cubicBezTo>
                    <a:cubicBezTo>
                      <a:pt x="20" y="61"/>
                      <a:pt x="26" y="56"/>
                      <a:pt x="26" y="48"/>
                    </a:cubicBezTo>
                    <a:cubicBezTo>
                      <a:pt x="26" y="37"/>
                      <a:pt x="26" y="25"/>
                      <a:pt x="26" y="13"/>
                    </a:cubicBezTo>
                    <a:cubicBezTo>
                      <a:pt x="26" y="6"/>
                      <a:pt x="21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9" y="0"/>
                      <a:pt x="7" y="2"/>
                      <a:pt x="4" y="3"/>
                    </a:cubicBezTo>
                    <a:cubicBezTo>
                      <a:pt x="2" y="6"/>
                      <a:pt x="0" y="9"/>
                      <a:pt x="0" y="13"/>
                    </a:cubicBezTo>
                    <a:cubicBezTo>
                      <a:pt x="0" y="25"/>
                      <a:pt x="0" y="37"/>
                      <a:pt x="0" y="48"/>
                    </a:cubicBezTo>
                    <a:cubicBezTo>
                      <a:pt x="0" y="55"/>
                      <a:pt x="6" y="61"/>
                      <a:pt x="13" y="61"/>
                    </a:cubicBezTo>
                    <a:close/>
                  </a:path>
                </a:pathLst>
              </a:custGeom>
              <a:solidFill>
                <a:srgbClr val="EF9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稻壳儿春秋广告/盗版必究        原创来源：http://chn.docer.com/works?userid=199329941#!/work_time"/>
              <p:cNvSpPr/>
              <p:nvPr/>
            </p:nvSpPr>
            <p:spPr bwMode="auto">
              <a:xfrm>
                <a:off x="9589835" y="529787"/>
                <a:ext cx="509745" cy="548231"/>
              </a:xfrm>
              <a:custGeom>
                <a:avLst/>
                <a:gdLst>
                  <a:gd name="connsiteX0" fmla="*/ 623744 w 1114425"/>
                  <a:gd name="connsiteY0" fmla="*/ 549275 h 1198563"/>
                  <a:gd name="connsiteX1" fmla="*/ 620425 w 1114425"/>
                  <a:gd name="connsiteY1" fmla="*/ 595948 h 1198563"/>
                  <a:gd name="connsiteX2" fmla="*/ 600508 w 1114425"/>
                  <a:gd name="connsiteY2" fmla="*/ 612616 h 1198563"/>
                  <a:gd name="connsiteX3" fmla="*/ 593870 w 1114425"/>
                  <a:gd name="connsiteY3" fmla="*/ 615950 h 1198563"/>
                  <a:gd name="connsiteX4" fmla="*/ 590550 w 1114425"/>
                  <a:gd name="connsiteY4" fmla="*/ 612616 h 1198563"/>
                  <a:gd name="connsiteX5" fmla="*/ 593870 w 1114425"/>
                  <a:gd name="connsiteY5" fmla="*/ 592614 h 1198563"/>
                  <a:gd name="connsiteX6" fmla="*/ 620425 w 1114425"/>
                  <a:gd name="connsiteY6" fmla="*/ 552609 h 1198563"/>
                  <a:gd name="connsiteX7" fmla="*/ 623744 w 1114425"/>
                  <a:gd name="connsiteY7" fmla="*/ 549275 h 1198563"/>
                  <a:gd name="connsiteX8" fmla="*/ 444357 w 1114425"/>
                  <a:gd name="connsiteY8" fmla="*/ 546100 h 1198563"/>
                  <a:gd name="connsiteX9" fmla="*/ 441038 w 1114425"/>
                  <a:gd name="connsiteY9" fmla="*/ 582117 h 1198563"/>
                  <a:gd name="connsiteX10" fmla="*/ 421121 w 1114425"/>
                  <a:gd name="connsiteY10" fmla="*/ 598488 h 1198563"/>
                  <a:gd name="connsiteX11" fmla="*/ 414483 w 1114425"/>
                  <a:gd name="connsiteY11" fmla="*/ 591940 h 1198563"/>
                  <a:gd name="connsiteX12" fmla="*/ 417802 w 1114425"/>
                  <a:gd name="connsiteY12" fmla="*/ 575568 h 1198563"/>
                  <a:gd name="connsiteX13" fmla="*/ 444357 w 1114425"/>
                  <a:gd name="connsiteY13" fmla="*/ 546100 h 1198563"/>
                  <a:gd name="connsiteX14" fmla="*/ 781050 w 1114425"/>
                  <a:gd name="connsiteY14" fmla="*/ 431800 h 1198563"/>
                  <a:gd name="connsiteX15" fmla="*/ 784324 w 1114425"/>
                  <a:gd name="connsiteY15" fmla="*/ 431800 h 1198563"/>
                  <a:gd name="connsiteX16" fmla="*/ 826890 w 1114425"/>
                  <a:gd name="connsiteY16" fmla="*/ 455507 h 1198563"/>
                  <a:gd name="connsiteX17" fmla="*/ 833438 w 1114425"/>
                  <a:gd name="connsiteY17" fmla="*/ 475827 h 1198563"/>
                  <a:gd name="connsiteX18" fmla="*/ 820341 w 1114425"/>
                  <a:gd name="connsiteY18" fmla="*/ 482600 h 1198563"/>
                  <a:gd name="connsiteX19" fmla="*/ 817067 w 1114425"/>
                  <a:gd name="connsiteY19" fmla="*/ 482600 h 1198563"/>
                  <a:gd name="connsiteX20" fmla="*/ 790873 w 1114425"/>
                  <a:gd name="connsiteY20" fmla="*/ 452120 h 1198563"/>
                  <a:gd name="connsiteX21" fmla="*/ 781050 w 1114425"/>
                  <a:gd name="connsiteY21" fmla="*/ 431800 h 1198563"/>
                  <a:gd name="connsiteX22" fmla="*/ 320676 w 1114425"/>
                  <a:gd name="connsiteY22" fmla="*/ 415925 h 1198563"/>
                  <a:gd name="connsiteX23" fmla="*/ 300832 w 1114425"/>
                  <a:gd name="connsiteY23" fmla="*/ 452905 h 1198563"/>
                  <a:gd name="connsiteX24" fmla="*/ 287603 w 1114425"/>
                  <a:gd name="connsiteY24" fmla="*/ 473075 h 1198563"/>
                  <a:gd name="connsiteX25" fmla="*/ 280988 w 1114425"/>
                  <a:gd name="connsiteY25" fmla="*/ 456266 h 1198563"/>
                  <a:gd name="connsiteX26" fmla="*/ 287603 w 1114425"/>
                  <a:gd name="connsiteY26" fmla="*/ 429372 h 1198563"/>
                  <a:gd name="connsiteX27" fmla="*/ 320676 w 1114425"/>
                  <a:gd name="connsiteY27" fmla="*/ 415925 h 1198563"/>
                  <a:gd name="connsiteX28" fmla="*/ 514259 w 1114425"/>
                  <a:gd name="connsiteY28" fmla="*/ 0 h 1198563"/>
                  <a:gd name="connsiteX29" fmla="*/ 577484 w 1114425"/>
                  <a:gd name="connsiteY29" fmla="*/ 0 h 1198563"/>
                  <a:gd name="connsiteX30" fmla="*/ 723900 w 1114425"/>
                  <a:gd name="connsiteY30" fmla="*/ 408996 h 1198563"/>
                  <a:gd name="connsiteX31" fmla="*/ 620743 w 1114425"/>
                  <a:gd name="connsiteY31" fmla="*/ 492125 h 1198563"/>
                  <a:gd name="connsiteX32" fmla="*/ 557518 w 1114425"/>
                  <a:gd name="connsiteY32" fmla="*/ 475499 h 1198563"/>
                  <a:gd name="connsiteX33" fmla="*/ 467672 w 1114425"/>
                  <a:gd name="connsiteY33" fmla="*/ 485475 h 1198563"/>
                  <a:gd name="connsiteX34" fmla="*/ 377825 w 1114425"/>
                  <a:gd name="connsiteY34" fmla="*/ 385720 h 1198563"/>
                  <a:gd name="connsiteX35" fmla="*/ 514259 w 1114425"/>
                  <a:gd name="connsiteY35" fmla="*/ 0 h 1198563"/>
                  <a:gd name="connsiteX36" fmla="*/ 357017 w 1114425"/>
                  <a:gd name="connsiteY36" fmla="*/ 0 h 1198563"/>
                  <a:gd name="connsiteX37" fmla="*/ 473798 w 1114425"/>
                  <a:gd name="connsiteY37" fmla="*/ 0 h 1198563"/>
                  <a:gd name="connsiteX38" fmla="*/ 336997 w 1114425"/>
                  <a:gd name="connsiteY38" fmla="*/ 376216 h 1198563"/>
                  <a:gd name="connsiteX39" fmla="*/ 326987 w 1114425"/>
                  <a:gd name="connsiteY39" fmla="*/ 376216 h 1198563"/>
                  <a:gd name="connsiteX40" fmla="*/ 246909 w 1114425"/>
                  <a:gd name="connsiteY40" fmla="*/ 422827 h 1198563"/>
                  <a:gd name="connsiteX41" fmla="*/ 260255 w 1114425"/>
                  <a:gd name="connsiteY41" fmla="*/ 502731 h 1198563"/>
                  <a:gd name="connsiteX42" fmla="*/ 283611 w 1114425"/>
                  <a:gd name="connsiteY42" fmla="*/ 512719 h 1198563"/>
                  <a:gd name="connsiteX43" fmla="*/ 333660 w 1114425"/>
                  <a:gd name="connsiteY43" fmla="*/ 476096 h 1198563"/>
                  <a:gd name="connsiteX44" fmla="*/ 336997 w 1114425"/>
                  <a:gd name="connsiteY44" fmla="*/ 472767 h 1198563"/>
                  <a:gd name="connsiteX45" fmla="*/ 360353 w 1114425"/>
                  <a:gd name="connsiteY45" fmla="*/ 422827 h 1198563"/>
                  <a:gd name="connsiteX46" fmla="*/ 433758 w 1114425"/>
                  <a:gd name="connsiteY46" fmla="*/ 506060 h 1198563"/>
                  <a:gd name="connsiteX47" fmla="*/ 420412 w 1114425"/>
                  <a:gd name="connsiteY47" fmla="*/ 516048 h 1198563"/>
                  <a:gd name="connsiteX48" fmla="*/ 373700 w 1114425"/>
                  <a:gd name="connsiteY48" fmla="*/ 582635 h 1198563"/>
                  <a:gd name="connsiteX49" fmla="*/ 390383 w 1114425"/>
                  <a:gd name="connsiteY49" fmla="*/ 629246 h 1198563"/>
                  <a:gd name="connsiteX50" fmla="*/ 420412 w 1114425"/>
                  <a:gd name="connsiteY50" fmla="*/ 639234 h 1198563"/>
                  <a:gd name="connsiteX51" fmla="*/ 453778 w 1114425"/>
                  <a:gd name="connsiteY51" fmla="*/ 629246 h 1198563"/>
                  <a:gd name="connsiteX52" fmla="*/ 483807 w 1114425"/>
                  <a:gd name="connsiteY52" fmla="*/ 549342 h 1198563"/>
                  <a:gd name="connsiteX53" fmla="*/ 477134 w 1114425"/>
                  <a:gd name="connsiteY53" fmla="*/ 526036 h 1198563"/>
                  <a:gd name="connsiteX54" fmla="*/ 490481 w 1114425"/>
                  <a:gd name="connsiteY54" fmla="*/ 519377 h 1198563"/>
                  <a:gd name="connsiteX55" fmla="*/ 577232 w 1114425"/>
                  <a:gd name="connsiteY55" fmla="*/ 516048 h 1198563"/>
                  <a:gd name="connsiteX56" fmla="*/ 593915 w 1114425"/>
                  <a:gd name="connsiteY56" fmla="*/ 522707 h 1198563"/>
                  <a:gd name="connsiteX57" fmla="*/ 590579 w 1114425"/>
                  <a:gd name="connsiteY57" fmla="*/ 526036 h 1198563"/>
                  <a:gd name="connsiteX58" fmla="*/ 550540 w 1114425"/>
                  <a:gd name="connsiteY58" fmla="*/ 612599 h 1198563"/>
                  <a:gd name="connsiteX59" fmla="*/ 570559 w 1114425"/>
                  <a:gd name="connsiteY59" fmla="*/ 645892 h 1198563"/>
                  <a:gd name="connsiteX60" fmla="*/ 637291 w 1114425"/>
                  <a:gd name="connsiteY60" fmla="*/ 635904 h 1198563"/>
                  <a:gd name="connsiteX61" fmla="*/ 663984 w 1114425"/>
                  <a:gd name="connsiteY61" fmla="*/ 556000 h 1198563"/>
                  <a:gd name="connsiteX62" fmla="*/ 650638 w 1114425"/>
                  <a:gd name="connsiteY62" fmla="*/ 519377 h 1198563"/>
                  <a:gd name="connsiteX63" fmla="*/ 740726 w 1114425"/>
                  <a:gd name="connsiteY63" fmla="*/ 446132 h 1198563"/>
                  <a:gd name="connsiteX64" fmla="*/ 754072 w 1114425"/>
                  <a:gd name="connsiteY64" fmla="*/ 472767 h 1198563"/>
                  <a:gd name="connsiteX65" fmla="*/ 820804 w 1114425"/>
                  <a:gd name="connsiteY65" fmla="*/ 522707 h 1198563"/>
                  <a:gd name="connsiteX66" fmla="*/ 850834 w 1114425"/>
                  <a:gd name="connsiteY66" fmla="*/ 512719 h 1198563"/>
                  <a:gd name="connsiteX67" fmla="*/ 874190 w 1114425"/>
                  <a:gd name="connsiteY67" fmla="*/ 479425 h 1198563"/>
                  <a:gd name="connsiteX68" fmla="*/ 844160 w 1114425"/>
                  <a:gd name="connsiteY68" fmla="*/ 416168 h 1198563"/>
                  <a:gd name="connsiteX69" fmla="*/ 760745 w 1114425"/>
                  <a:gd name="connsiteY69" fmla="*/ 396192 h 1198563"/>
                  <a:gd name="connsiteX70" fmla="*/ 617272 w 1114425"/>
                  <a:gd name="connsiteY70" fmla="*/ 0 h 1198563"/>
                  <a:gd name="connsiteX71" fmla="*/ 757409 w 1114425"/>
                  <a:gd name="connsiteY71" fmla="*/ 0 h 1198563"/>
                  <a:gd name="connsiteX72" fmla="*/ 790775 w 1114425"/>
                  <a:gd name="connsiteY72" fmla="*/ 33294 h 1198563"/>
                  <a:gd name="connsiteX73" fmla="*/ 790775 w 1114425"/>
                  <a:gd name="connsiteY73" fmla="*/ 139832 h 1198563"/>
                  <a:gd name="connsiteX74" fmla="*/ 1114425 w 1114425"/>
                  <a:gd name="connsiteY74" fmla="*/ 642563 h 1198563"/>
                  <a:gd name="connsiteX75" fmla="*/ 557213 w 1114425"/>
                  <a:gd name="connsiteY75" fmla="*/ 1198563 h 1198563"/>
                  <a:gd name="connsiteX76" fmla="*/ 0 w 1114425"/>
                  <a:gd name="connsiteY76" fmla="*/ 645892 h 1198563"/>
                  <a:gd name="connsiteX77" fmla="*/ 323651 w 1114425"/>
                  <a:gd name="connsiteY77" fmla="*/ 139832 h 1198563"/>
                  <a:gd name="connsiteX78" fmla="*/ 323651 w 1114425"/>
                  <a:gd name="connsiteY78" fmla="*/ 33294 h 1198563"/>
                  <a:gd name="connsiteX79" fmla="*/ 357017 w 1114425"/>
                  <a:gd name="connsiteY79" fmla="*/ 0 h 1198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114425" h="1198563">
                    <a:moveTo>
                      <a:pt x="623744" y="549275"/>
                    </a:moveTo>
                    <a:cubicBezTo>
                      <a:pt x="627063" y="562610"/>
                      <a:pt x="627063" y="579279"/>
                      <a:pt x="620425" y="595948"/>
                    </a:cubicBezTo>
                    <a:cubicBezTo>
                      <a:pt x="613786" y="602615"/>
                      <a:pt x="610466" y="609283"/>
                      <a:pt x="600508" y="612616"/>
                    </a:cubicBezTo>
                    <a:cubicBezTo>
                      <a:pt x="597189" y="615950"/>
                      <a:pt x="597189" y="615950"/>
                      <a:pt x="593870" y="615950"/>
                    </a:cubicBezTo>
                    <a:cubicBezTo>
                      <a:pt x="593870" y="615950"/>
                      <a:pt x="593870" y="615950"/>
                      <a:pt x="590550" y="612616"/>
                    </a:cubicBezTo>
                    <a:cubicBezTo>
                      <a:pt x="590550" y="609283"/>
                      <a:pt x="590550" y="595948"/>
                      <a:pt x="593870" y="592614"/>
                    </a:cubicBezTo>
                    <a:cubicBezTo>
                      <a:pt x="600508" y="579279"/>
                      <a:pt x="610466" y="565944"/>
                      <a:pt x="620425" y="552609"/>
                    </a:cubicBezTo>
                    <a:cubicBezTo>
                      <a:pt x="620425" y="552609"/>
                      <a:pt x="620425" y="552609"/>
                      <a:pt x="623744" y="549275"/>
                    </a:cubicBezTo>
                    <a:close/>
                    <a:moveTo>
                      <a:pt x="444357" y="546100"/>
                    </a:moveTo>
                    <a:cubicBezTo>
                      <a:pt x="444357" y="559197"/>
                      <a:pt x="447676" y="572294"/>
                      <a:pt x="441038" y="582117"/>
                    </a:cubicBezTo>
                    <a:cubicBezTo>
                      <a:pt x="437718" y="591940"/>
                      <a:pt x="427760" y="598488"/>
                      <a:pt x="421121" y="598488"/>
                    </a:cubicBezTo>
                    <a:cubicBezTo>
                      <a:pt x="417802" y="598488"/>
                      <a:pt x="417802" y="598488"/>
                      <a:pt x="414483" y="591940"/>
                    </a:cubicBezTo>
                    <a:cubicBezTo>
                      <a:pt x="411163" y="588665"/>
                      <a:pt x="411163" y="582117"/>
                      <a:pt x="417802" y="575568"/>
                    </a:cubicBezTo>
                    <a:cubicBezTo>
                      <a:pt x="421121" y="565746"/>
                      <a:pt x="431079" y="555923"/>
                      <a:pt x="444357" y="546100"/>
                    </a:cubicBezTo>
                    <a:close/>
                    <a:moveTo>
                      <a:pt x="781050" y="431800"/>
                    </a:moveTo>
                    <a:cubicBezTo>
                      <a:pt x="781050" y="431800"/>
                      <a:pt x="781050" y="431800"/>
                      <a:pt x="784324" y="431800"/>
                    </a:cubicBezTo>
                    <a:cubicBezTo>
                      <a:pt x="797421" y="431800"/>
                      <a:pt x="817067" y="441960"/>
                      <a:pt x="826890" y="455507"/>
                    </a:cubicBezTo>
                    <a:cubicBezTo>
                      <a:pt x="830164" y="458893"/>
                      <a:pt x="833438" y="469053"/>
                      <a:pt x="833438" y="475827"/>
                    </a:cubicBezTo>
                    <a:cubicBezTo>
                      <a:pt x="830164" y="482600"/>
                      <a:pt x="826890" y="482600"/>
                      <a:pt x="820341" y="482600"/>
                    </a:cubicBezTo>
                    <a:cubicBezTo>
                      <a:pt x="820341" y="482600"/>
                      <a:pt x="817067" y="482600"/>
                      <a:pt x="817067" y="482600"/>
                    </a:cubicBezTo>
                    <a:cubicBezTo>
                      <a:pt x="803970" y="482600"/>
                      <a:pt x="797421" y="465667"/>
                      <a:pt x="790873" y="452120"/>
                    </a:cubicBezTo>
                    <a:cubicBezTo>
                      <a:pt x="787599" y="445347"/>
                      <a:pt x="784324" y="438573"/>
                      <a:pt x="781050" y="431800"/>
                    </a:cubicBezTo>
                    <a:close/>
                    <a:moveTo>
                      <a:pt x="320676" y="415925"/>
                    </a:moveTo>
                    <a:cubicBezTo>
                      <a:pt x="314062" y="429372"/>
                      <a:pt x="307447" y="439457"/>
                      <a:pt x="300832" y="452905"/>
                    </a:cubicBezTo>
                    <a:cubicBezTo>
                      <a:pt x="290910" y="469713"/>
                      <a:pt x="287603" y="473075"/>
                      <a:pt x="287603" y="473075"/>
                    </a:cubicBezTo>
                    <a:cubicBezTo>
                      <a:pt x="284296" y="469713"/>
                      <a:pt x="280988" y="466352"/>
                      <a:pt x="280988" y="456266"/>
                    </a:cubicBezTo>
                    <a:cubicBezTo>
                      <a:pt x="280988" y="442819"/>
                      <a:pt x="284296" y="436096"/>
                      <a:pt x="287603" y="429372"/>
                    </a:cubicBezTo>
                    <a:cubicBezTo>
                      <a:pt x="294218" y="422649"/>
                      <a:pt x="307447" y="415925"/>
                      <a:pt x="320676" y="415925"/>
                    </a:cubicBezTo>
                    <a:close/>
                    <a:moveTo>
                      <a:pt x="514259" y="0"/>
                    </a:moveTo>
                    <a:cubicBezTo>
                      <a:pt x="514259" y="0"/>
                      <a:pt x="514259" y="0"/>
                      <a:pt x="577484" y="0"/>
                    </a:cubicBezTo>
                    <a:cubicBezTo>
                      <a:pt x="620743" y="152958"/>
                      <a:pt x="667330" y="289290"/>
                      <a:pt x="723900" y="408996"/>
                    </a:cubicBezTo>
                    <a:cubicBezTo>
                      <a:pt x="677313" y="428947"/>
                      <a:pt x="637381" y="472174"/>
                      <a:pt x="620743" y="492125"/>
                    </a:cubicBezTo>
                    <a:cubicBezTo>
                      <a:pt x="604105" y="482150"/>
                      <a:pt x="580812" y="475499"/>
                      <a:pt x="557518" y="475499"/>
                    </a:cubicBezTo>
                    <a:cubicBezTo>
                      <a:pt x="524242" y="472174"/>
                      <a:pt x="497620" y="475499"/>
                      <a:pt x="467672" y="485475"/>
                    </a:cubicBezTo>
                    <a:cubicBezTo>
                      <a:pt x="451033" y="438922"/>
                      <a:pt x="417757" y="405671"/>
                      <a:pt x="377825" y="385720"/>
                    </a:cubicBezTo>
                    <a:cubicBezTo>
                      <a:pt x="427740" y="272664"/>
                      <a:pt x="474327" y="146308"/>
                      <a:pt x="514259" y="0"/>
                    </a:cubicBezTo>
                    <a:close/>
                    <a:moveTo>
                      <a:pt x="357017" y="0"/>
                    </a:moveTo>
                    <a:cubicBezTo>
                      <a:pt x="357017" y="0"/>
                      <a:pt x="357017" y="0"/>
                      <a:pt x="473798" y="0"/>
                    </a:cubicBezTo>
                    <a:cubicBezTo>
                      <a:pt x="433758" y="143162"/>
                      <a:pt x="390383" y="266347"/>
                      <a:pt x="336997" y="376216"/>
                    </a:cubicBezTo>
                    <a:cubicBezTo>
                      <a:pt x="333660" y="376216"/>
                      <a:pt x="330324" y="376216"/>
                      <a:pt x="326987" y="376216"/>
                    </a:cubicBezTo>
                    <a:cubicBezTo>
                      <a:pt x="286948" y="376216"/>
                      <a:pt x="256919" y="392862"/>
                      <a:pt x="246909" y="422827"/>
                    </a:cubicBezTo>
                    <a:cubicBezTo>
                      <a:pt x="236899" y="449461"/>
                      <a:pt x="236899" y="482755"/>
                      <a:pt x="260255" y="502731"/>
                    </a:cubicBezTo>
                    <a:cubicBezTo>
                      <a:pt x="266928" y="509389"/>
                      <a:pt x="276938" y="512719"/>
                      <a:pt x="283611" y="512719"/>
                    </a:cubicBezTo>
                    <a:cubicBezTo>
                      <a:pt x="306968" y="512719"/>
                      <a:pt x="326987" y="486084"/>
                      <a:pt x="333660" y="476096"/>
                    </a:cubicBezTo>
                    <a:cubicBezTo>
                      <a:pt x="333660" y="472767"/>
                      <a:pt x="336997" y="472767"/>
                      <a:pt x="336997" y="472767"/>
                    </a:cubicBezTo>
                    <a:cubicBezTo>
                      <a:pt x="343670" y="456120"/>
                      <a:pt x="353680" y="439473"/>
                      <a:pt x="360353" y="422827"/>
                    </a:cubicBezTo>
                    <a:cubicBezTo>
                      <a:pt x="400392" y="436144"/>
                      <a:pt x="420412" y="479425"/>
                      <a:pt x="433758" y="506060"/>
                    </a:cubicBezTo>
                    <a:cubicBezTo>
                      <a:pt x="427085" y="509389"/>
                      <a:pt x="423749" y="512719"/>
                      <a:pt x="420412" y="516048"/>
                    </a:cubicBezTo>
                    <a:cubicBezTo>
                      <a:pt x="407066" y="522707"/>
                      <a:pt x="377036" y="549342"/>
                      <a:pt x="373700" y="582635"/>
                    </a:cubicBezTo>
                    <a:cubicBezTo>
                      <a:pt x="370363" y="599282"/>
                      <a:pt x="377036" y="615928"/>
                      <a:pt x="390383" y="629246"/>
                    </a:cubicBezTo>
                    <a:cubicBezTo>
                      <a:pt x="397056" y="635904"/>
                      <a:pt x="407066" y="639234"/>
                      <a:pt x="420412" y="639234"/>
                    </a:cubicBezTo>
                    <a:cubicBezTo>
                      <a:pt x="430422" y="639234"/>
                      <a:pt x="443768" y="635904"/>
                      <a:pt x="453778" y="629246"/>
                    </a:cubicBezTo>
                    <a:cubicBezTo>
                      <a:pt x="477134" y="609270"/>
                      <a:pt x="487144" y="582635"/>
                      <a:pt x="483807" y="549342"/>
                    </a:cubicBezTo>
                    <a:cubicBezTo>
                      <a:pt x="480471" y="542683"/>
                      <a:pt x="480471" y="532695"/>
                      <a:pt x="477134" y="526036"/>
                    </a:cubicBezTo>
                    <a:cubicBezTo>
                      <a:pt x="483807" y="522707"/>
                      <a:pt x="487144" y="522707"/>
                      <a:pt x="490481" y="519377"/>
                    </a:cubicBezTo>
                    <a:cubicBezTo>
                      <a:pt x="513837" y="512719"/>
                      <a:pt x="543866" y="509389"/>
                      <a:pt x="577232" y="516048"/>
                    </a:cubicBezTo>
                    <a:cubicBezTo>
                      <a:pt x="583906" y="519377"/>
                      <a:pt x="587242" y="519377"/>
                      <a:pt x="593915" y="522707"/>
                    </a:cubicBezTo>
                    <a:cubicBezTo>
                      <a:pt x="593915" y="522707"/>
                      <a:pt x="590579" y="526036"/>
                      <a:pt x="590579" y="526036"/>
                    </a:cubicBezTo>
                    <a:cubicBezTo>
                      <a:pt x="570559" y="549342"/>
                      <a:pt x="547203" y="582635"/>
                      <a:pt x="550540" y="612599"/>
                    </a:cubicBezTo>
                    <a:cubicBezTo>
                      <a:pt x="550540" y="625916"/>
                      <a:pt x="557213" y="635904"/>
                      <a:pt x="570559" y="645892"/>
                    </a:cubicBezTo>
                    <a:cubicBezTo>
                      <a:pt x="593915" y="662539"/>
                      <a:pt x="617272" y="655880"/>
                      <a:pt x="637291" y="635904"/>
                    </a:cubicBezTo>
                    <a:cubicBezTo>
                      <a:pt x="657311" y="612599"/>
                      <a:pt x="667321" y="579306"/>
                      <a:pt x="663984" y="556000"/>
                    </a:cubicBezTo>
                    <a:cubicBezTo>
                      <a:pt x="663984" y="542683"/>
                      <a:pt x="657311" y="529365"/>
                      <a:pt x="650638" y="519377"/>
                    </a:cubicBezTo>
                    <a:cubicBezTo>
                      <a:pt x="677330" y="486084"/>
                      <a:pt x="710696" y="459449"/>
                      <a:pt x="740726" y="446132"/>
                    </a:cubicBezTo>
                    <a:cubicBezTo>
                      <a:pt x="747399" y="452791"/>
                      <a:pt x="750736" y="462779"/>
                      <a:pt x="754072" y="472767"/>
                    </a:cubicBezTo>
                    <a:cubicBezTo>
                      <a:pt x="767419" y="496072"/>
                      <a:pt x="790775" y="522707"/>
                      <a:pt x="820804" y="522707"/>
                    </a:cubicBezTo>
                    <a:cubicBezTo>
                      <a:pt x="830814" y="522707"/>
                      <a:pt x="840824" y="519377"/>
                      <a:pt x="850834" y="512719"/>
                    </a:cubicBezTo>
                    <a:cubicBezTo>
                      <a:pt x="864180" y="506060"/>
                      <a:pt x="870853" y="492743"/>
                      <a:pt x="874190" y="479425"/>
                    </a:cubicBezTo>
                    <a:cubicBezTo>
                      <a:pt x="874190" y="456120"/>
                      <a:pt x="860843" y="432815"/>
                      <a:pt x="844160" y="416168"/>
                    </a:cubicBezTo>
                    <a:cubicBezTo>
                      <a:pt x="820804" y="396192"/>
                      <a:pt x="794111" y="389533"/>
                      <a:pt x="760745" y="396192"/>
                    </a:cubicBezTo>
                    <a:cubicBezTo>
                      <a:pt x="707360" y="279665"/>
                      <a:pt x="660647" y="149821"/>
                      <a:pt x="617272" y="0"/>
                    </a:cubicBezTo>
                    <a:cubicBezTo>
                      <a:pt x="617272" y="0"/>
                      <a:pt x="617272" y="0"/>
                      <a:pt x="757409" y="0"/>
                    </a:cubicBezTo>
                    <a:cubicBezTo>
                      <a:pt x="774092" y="0"/>
                      <a:pt x="790775" y="13317"/>
                      <a:pt x="790775" y="33294"/>
                    </a:cubicBezTo>
                    <a:cubicBezTo>
                      <a:pt x="790775" y="33294"/>
                      <a:pt x="790775" y="33294"/>
                      <a:pt x="790775" y="139832"/>
                    </a:cubicBezTo>
                    <a:cubicBezTo>
                      <a:pt x="980961" y="226395"/>
                      <a:pt x="1114425" y="419497"/>
                      <a:pt x="1114425" y="642563"/>
                    </a:cubicBezTo>
                    <a:cubicBezTo>
                      <a:pt x="1114425" y="948863"/>
                      <a:pt x="864180" y="1198563"/>
                      <a:pt x="557213" y="1198563"/>
                    </a:cubicBezTo>
                    <a:cubicBezTo>
                      <a:pt x="250245" y="1198563"/>
                      <a:pt x="0" y="952192"/>
                      <a:pt x="0" y="645892"/>
                    </a:cubicBezTo>
                    <a:cubicBezTo>
                      <a:pt x="0" y="422827"/>
                      <a:pt x="133464" y="229725"/>
                      <a:pt x="323651" y="139832"/>
                    </a:cubicBezTo>
                    <a:cubicBezTo>
                      <a:pt x="323651" y="139832"/>
                      <a:pt x="323651" y="139832"/>
                      <a:pt x="323651" y="33294"/>
                    </a:cubicBezTo>
                    <a:cubicBezTo>
                      <a:pt x="323651" y="13317"/>
                      <a:pt x="336997" y="0"/>
                      <a:pt x="357017" y="0"/>
                    </a:cubicBezTo>
                    <a:close/>
                  </a:path>
                </a:pathLst>
              </a:custGeom>
              <a:solidFill>
                <a:srgbClr val="FABF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6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9836448" y="211424"/>
              <a:ext cx="16518" cy="1366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0" name="稻壳儿春秋广告/盗版必究        原创来源：http://chn.docer.com/works?userid=199329941#!/work_time"/>
          <p:cNvSpPr txBox="1"/>
          <p:nvPr/>
        </p:nvSpPr>
        <p:spPr>
          <a:xfrm>
            <a:off x="4790380" y="52456"/>
            <a:ext cx="26099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Advanced Customization</a:t>
            </a:r>
            <a:endParaRPr lang="en-US" altLang="zh-CN" sz="2400" dirty="0">
              <a:solidFill>
                <a:srgbClr val="FABF2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44483" y="0"/>
            <a:ext cx="793664" cy="1047369"/>
            <a:chOff x="544483" y="169341"/>
            <a:chExt cx="793664" cy="1047369"/>
          </a:xfrm>
        </p:grpSpPr>
        <p:sp>
          <p:nvSpPr>
            <p:cNvPr id="43" name="稻壳儿春秋广告/盗版必究        原创来源：http://chn.docer.com/works?userid=199329941#!/work_time"/>
            <p:cNvSpPr/>
            <p:nvPr/>
          </p:nvSpPr>
          <p:spPr bwMode="auto">
            <a:xfrm>
              <a:off x="837841" y="340120"/>
              <a:ext cx="216388" cy="178776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" name="稻壳儿春秋广告/盗版必究        原创来源：http://chn.docer.com/works?userid=199329941#!/work_time"/>
            <p:cNvSpPr/>
            <p:nvPr/>
          </p:nvSpPr>
          <p:spPr bwMode="auto">
            <a:xfrm>
              <a:off x="585873" y="628542"/>
              <a:ext cx="90040" cy="6825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稻壳儿春秋广告/盗版必究        原创来源：http://chn.docer.com/works?userid=199329941#!/work_time"/>
            <p:cNvSpPr/>
            <p:nvPr/>
          </p:nvSpPr>
          <p:spPr bwMode="auto">
            <a:xfrm>
              <a:off x="1216156" y="627089"/>
              <a:ext cx="90040" cy="6825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稻壳儿春秋广告/盗版必究        原创来源：http://chn.docer.com/works?userid=199329941#!/work_time"/>
            <p:cNvSpPr/>
            <p:nvPr/>
          </p:nvSpPr>
          <p:spPr bwMode="auto">
            <a:xfrm>
              <a:off x="544483" y="869618"/>
              <a:ext cx="103837" cy="54460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稻壳儿春秋广告/盗版必究        原创来源：http://chn.docer.com/works?userid=199329941#!/work_time"/>
            <p:cNvSpPr/>
            <p:nvPr/>
          </p:nvSpPr>
          <p:spPr bwMode="auto">
            <a:xfrm>
              <a:off x="1243749" y="865988"/>
              <a:ext cx="94398" cy="5518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稻壳儿春秋广告/盗版必究        原创来源：http://chn.docer.com/works?userid=199329941#!/work_time"/>
            <p:cNvSpPr/>
            <p:nvPr/>
          </p:nvSpPr>
          <p:spPr bwMode="auto">
            <a:xfrm>
              <a:off x="685353" y="1050425"/>
              <a:ext cx="79148" cy="87136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稻壳儿春秋广告/盗版必究        原创来源：http://chn.docer.com/works?userid=199329941#!/work_time"/>
            <p:cNvSpPr/>
            <p:nvPr/>
          </p:nvSpPr>
          <p:spPr bwMode="auto">
            <a:xfrm>
              <a:off x="1130473" y="1051878"/>
              <a:ext cx="76244" cy="85684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稻壳儿春秋广告/盗版必究        原创来源：http://chn.docer.com/works?userid=199329941#!/work_time"/>
            <p:cNvSpPr/>
            <p:nvPr/>
          </p:nvSpPr>
          <p:spPr bwMode="auto">
            <a:xfrm>
              <a:off x="926429" y="1123765"/>
              <a:ext cx="39211" cy="92945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稻壳儿春秋广告/盗版必究        原创来源：http://chn.docer.com/works?userid=199329941#!/work_time"/>
            <p:cNvSpPr/>
            <p:nvPr/>
          </p:nvSpPr>
          <p:spPr bwMode="auto">
            <a:xfrm>
              <a:off x="691162" y="529787"/>
              <a:ext cx="509745" cy="548231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53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937775" y="169341"/>
              <a:ext cx="16518" cy="1787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4" name="稻壳儿春秋广告/盗版必究        原创来源：http://chn.docer.com/works?userid=199329941#!/work_time"/>
          <p:cNvSpPr txBox="1"/>
          <p:nvPr/>
        </p:nvSpPr>
        <p:spPr>
          <a:xfrm>
            <a:off x="4927600" y="2459133"/>
            <a:ext cx="233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rgbClr val="FABF2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" y="1313815"/>
            <a:ext cx="5205095" cy="531177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67030" y="945515"/>
            <a:ext cx="5205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 Authorization Flow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5573395" y="930275"/>
            <a:ext cx="6454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 with claims Authorization Flow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375" y="1314450"/>
            <a:ext cx="6697980" cy="53028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稻壳儿春秋广告/盗版必究        原创来源：http://chn.docer.com/works?userid=199329941#!/work_time"/>
          <p:cNvSpPr txBox="1"/>
          <p:nvPr/>
        </p:nvSpPr>
        <p:spPr>
          <a:xfrm>
            <a:off x="0" y="212090"/>
            <a:ext cx="12192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Advanced Customization</a:t>
            </a:r>
            <a:endParaRPr lang="en-US" altLang="zh-CN" sz="2400" dirty="0">
              <a:solidFill>
                <a:srgbClr val="FABF24"/>
              </a:solidFill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0" y="672465"/>
            <a:ext cx="12192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580255" y="6325870"/>
            <a:ext cx="3032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solidFill>
                  <a:schemeClr val="bg1"/>
                </a:solidFill>
                <a:hlinkClick r:id="rId1" action="ppaction://hlinkfile">
                  <a:extLst>
                    <a:ext uri="{DAF060AB-1E55-43B9-8AAB-6FB025537F2F}">
                      <wpsdc:hlinkClr xmlns:wpsdc="http://www.wps.cn/officeDocument/2017/drawingmlCustomData" val="FABF24"/>
                      <wpsdc:folHlinkClr xmlns:wpsdc="http://www.wps.cn/officeDocument/2017/drawingmlCustomData" val="FABF24"/>
                      <wpsdc:hlinkUnderline xmlns:wpsdc="http://www.wps.cn/officeDocument/2017/drawingmlCustomData" val="1"/>
                    </a:ext>
                  </a:extLst>
                </a:hlinkClick>
              </a:rPr>
              <a:t>Get Sample Repository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稻壳儿春秋广告/盗版必究        原创来源：http://chn.docer.com/works?userid=199329941#!/work_time"/>
          <p:cNvSpPr/>
          <p:nvPr/>
        </p:nvSpPr>
        <p:spPr bwMode="auto">
          <a:xfrm>
            <a:off x="10074520" y="3131116"/>
            <a:ext cx="473075" cy="390846"/>
          </a:xfrm>
          <a:custGeom>
            <a:avLst/>
            <a:gdLst>
              <a:gd name="connsiteX0" fmla="*/ 29984 w 473075"/>
              <a:gd name="connsiteY0" fmla="*/ 320996 h 390846"/>
              <a:gd name="connsiteX1" fmla="*/ 443092 w 473075"/>
              <a:gd name="connsiteY1" fmla="*/ 320996 h 390846"/>
              <a:gd name="connsiteX2" fmla="*/ 473075 w 473075"/>
              <a:gd name="connsiteY2" fmla="*/ 357584 h 390846"/>
              <a:gd name="connsiteX3" fmla="*/ 443092 w 473075"/>
              <a:gd name="connsiteY3" fmla="*/ 390846 h 390846"/>
              <a:gd name="connsiteX4" fmla="*/ 29984 w 473075"/>
              <a:gd name="connsiteY4" fmla="*/ 390846 h 390846"/>
              <a:gd name="connsiteX5" fmla="*/ 0 w 473075"/>
              <a:gd name="connsiteY5" fmla="*/ 357584 h 390846"/>
              <a:gd name="connsiteX6" fmla="*/ 29984 w 473075"/>
              <a:gd name="connsiteY6" fmla="*/ 320996 h 390846"/>
              <a:gd name="connsiteX7" fmla="*/ 29984 w 473075"/>
              <a:gd name="connsiteY7" fmla="*/ 227334 h 390846"/>
              <a:gd name="connsiteX8" fmla="*/ 443092 w 473075"/>
              <a:gd name="connsiteY8" fmla="*/ 227334 h 390846"/>
              <a:gd name="connsiteX9" fmla="*/ 473075 w 473075"/>
              <a:gd name="connsiteY9" fmla="*/ 260671 h 390846"/>
              <a:gd name="connsiteX10" fmla="*/ 443092 w 473075"/>
              <a:gd name="connsiteY10" fmla="*/ 294009 h 390846"/>
              <a:gd name="connsiteX11" fmla="*/ 29984 w 473075"/>
              <a:gd name="connsiteY11" fmla="*/ 294009 h 390846"/>
              <a:gd name="connsiteX12" fmla="*/ 0 w 473075"/>
              <a:gd name="connsiteY12" fmla="*/ 260671 h 390846"/>
              <a:gd name="connsiteX13" fmla="*/ 29984 w 473075"/>
              <a:gd name="connsiteY13" fmla="*/ 227334 h 390846"/>
              <a:gd name="connsiteX14" fmla="*/ 242865 w 473075"/>
              <a:gd name="connsiteY14" fmla="*/ 359 h 390846"/>
              <a:gd name="connsiteX15" fmla="*/ 319932 w 473075"/>
              <a:gd name="connsiteY15" fmla="*/ 7427 h 390846"/>
              <a:gd name="connsiteX16" fmla="*/ 353258 w 473075"/>
              <a:gd name="connsiteY16" fmla="*/ 40689 h 390846"/>
              <a:gd name="connsiteX17" fmla="*/ 396583 w 473075"/>
              <a:gd name="connsiteY17" fmla="*/ 130496 h 390846"/>
              <a:gd name="connsiteX18" fmla="*/ 443239 w 473075"/>
              <a:gd name="connsiteY18" fmla="*/ 130496 h 390846"/>
              <a:gd name="connsiteX19" fmla="*/ 469900 w 473075"/>
              <a:gd name="connsiteY19" fmla="*/ 163758 h 390846"/>
              <a:gd name="connsiteX20" fmla="*/ 443239 w 473075"/>
              <a:gd name="connsiteY20" fmla="*/ 200346 h 390846"/>
              <a:gd name="connsiteX21" fmla="*/ 29994 w 473075"/>
              <a:gd name="connsiteY21" fmla="*/ 200346 h 390846"/>
              <a:gd name="connsiteX22" fmla="*/ 0 w 473075"/>
              <a:gd name="connsiteY22" fmla="*/ 167084 h 390846"/>
              <a:gd name="connsiteX23" fmla="*/ 29994 w 473075"/>
              <a:gd name="connsiteY23" fmla="*/ 130496 h 390846"/>
              <a:gd name="connsiteX24" fmla="*/ 63320 w 473075"/>
              <a:gd name="connsiteY24" fmla="*/ 130496 h 390846"/>
              <a:gd name="connsiteX25" fmla="*/ 109977 w 473075"/>
              <a:gd name="connsiteY25" fmla="*/ 44015 h 390846"/>
              <a:gd name="connsiteX26" fmla="*/ 143303 w 473075"/>
              <a:gd name="connsiteY26" fmla="*/ 10753 h 390846"/>
              <a:gd name="connsiteX27" fmla="*/ 242865 w 473075"/>
              <a:gd name="connsiteY27" fmla="*/ 359 h 390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73075" h="390846">
                <a:moveTo>
                  <a:pt x="29984" y="320996"/>
                </a:moveTo>
                <a:cubicBezTo>
                  <a:pt x="29984" y="320996"/>
                  <a:pt x="29984" y="320996"/>
                  <a:pt x="443092" y="320996"/>
                </a:cubicBezTo>
                <a:cubicBezTo>
                  <a:pt x="459749" y="320996"/>
                  <a:pt x="473075" y="337627"/>
                  <a:pt x="473075" y="357584"/>
                </a:cubicBezTo>
                <a:cubicBezTo>
                  <a:pt x="473075" y="374215"/>
                  <a:pt x="459749" y="390846"/>
                  <a:pt x="443092" y="390846"/>
                </a:cubicBezTo>
                <a:cubicBezTo>
                  <a:pt x="443092" y="390846"/>
                  <a:pt x="443092" y="390846"/>
                  <a:pt x="29984" y="390846"/>
                </a:cubicBezTo>
                <a:cubicBezTo>
                  <a:pt x="13326" y="390846"/>
                  <a:pt x="0" y="374215"/>
                  <a:pt x="0" y="357584"/>
                </a:cubicBezTo>
                <a:cubicBezTo>
                  <a:pt x="0" y="337627"/>
                  <a:pt x="13326" y="320996"/>
                  <a:pt x="29984" y="320996"/>
                </a:cubicBezTo>
                <a:close/>
                <a:moveTo>
                  <a:pt x="29984" y="227334"/>
                </a:moveTo>
                <a:cubicBezTo>
                  <a:pt x="29984" y="227334"/>
                  <a:pt x="29984" y="227334"/>
                  <a:pt x="443092" y="227334"/>
                </a:cubicBezTo>
                <a:cubicBezTo>
                  <a:pt x="459749" y="227334"/>
                  <a:pt x="469744" y="240669"/>
                  <a:pt x="473075" y="260671"/>
                </a:cubicBezTo>
                <a:cubicBezTo>
                  <a:pt x="473075" y="280674"/>
                  <a:pt x="459749" y="294009"/>
                  <a:pt x="443092" y="294009"/>
                </a:cubicBezTo>
                <a:cubicBezTo>
                  <a:pt x="443092" y="294009"/>
                  <a:pt x="443092" y="294009"/>
                  <a:pt x="29984" y="294009"/>
                </a:cubicBezTo>
                <a:cubicBezTo>
                  <a:pt x="13326" y="294009"/>
                  <a:pt x="0" y="280674"/>
                  <a:pt x="0" y="260671"/>
                </a:cubicBezTo>
                <a:cubicBezTo>
                  <a:pt x="0" y="244003"/>
                  <a:pt x="13326" y="227334"/>
                  <a:pt x="29984" y="227334"/>
                </a:cubicBezTo>
                <a:close/>
                <a:moveTo>
                  <a:pt x="242865" y="359"/>
                </a:moveTo>
                <a:cubicBezTo>
                  <a:pt x="280774" y="1606"/>
                  <a:pt x="314933" y="5764"/>
                  <a:pt x="319932" y="7427"/>
                </a:cubicBezTo>
                <a:cubicBezTo>
                  <a:pt x="329930" y="10753"/>
                  <a:pt x="353258" y="40689"/>
                  <a:pt x="353258" y="40689"/>
                </a:cubicBezTo>
                <a:cubicBezTo>
                  <a:pt x="353258" y="40689"/>
                  <a:pt x="353258" y="40689"/>
                  <a:pt x="396583" y="130496"/>
                </a:cubicBezTo>
                <a:cubicBezTo>
                  <a:pt x="396583" y="130496"/>
                  <a:pt x="396583" y="130496"/>
                  <a:pt x="443239" y="130496"/>
                </a:cubicBezTo>
                <a:cubicBezTo>
                  <a:pt x="456570" y="130496"/>
                  <a:pt x="469900" y="147127"/>
                  <a:pt x="469900" y="163758"/>
                </a:cubicBezTo>
                <a:cubicBezTo>
                  <a:pt x="469900" y="183715"/>
                  <a:pt x="456570" y="200346"/>
                  <a:pt x="443239" y="200346"/>
                </a:cubicBezTo>
                <a:cubicBezTo>
                  <a:pt x="443239" y="200346"/>
                  <a:pt x="443239" y="200346"/>
                  <a:pt x="29994" y="200346"/>
                </a:cubicBezTo>
                <a:cubicBezTo>
                  <a:pt x="13331" y="200346"/>
                  <a:pt x="0" y="183715"/>
                  <a:pt x="0" y="167084"/>
                </a:cubicBezTo>
                <a:cubicBezTo>
                  <a:pt x="0" y="147127"/>
                  <a:pt x="13331" y="130496"/>
                  <a:pt x="29994" y="130496"/>
                </a:cubicBezTo>
                <a:cubicBezTo>
                  <a:pt x="29994" y="130496"/>
                  <a:pt x="29994" y="130496"/>
                  <a:pt x="63320" y="130496"/>
                </a:cubicBezTo>
                <a:cubicBezTo>
                  <a:pt x="73318" y="110539"/>
                  <a:pt x="96646" y="67298"/>
                  <a:pt x="109977" y="44015"/>
                </a:cubicBezTo>
                <a:cubicBezTo>
                  <a:pt x="123307" y="14079"/>
                  <a:pt x="143303" y="10753"/>
                  <a:pt x="143303" y="10753"/>
                </a:cubicBezTo>
                <a:cubicBezTo>
                  <a:pt x="163299" y="775"/>
                  <a:pt x="204957" y="-889"/>
                  <a:pt x="242865" y="359"/>
                </a:cubicBezTo>
                <a:close/>
              </a:path>
            </a:pathLst>
          </a:custGeom>
          <a:solidFill>
            <a:srgbClr val="F7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稻壳儿春秋广告/盗版必究        原创来源：http://chn.docer.com/works?userid=199329941#!/work_time"/>
          <p:cNvSpPr/>
          <p:nvPr/>
        </p:nvSpPr>
        <p:spPr bwMode="auto">
          <a:xfrm>
            <a:off x="9523658" y="3761675"/>
            <a:ext cx="196850" cy="149225"/>
          </a:xfrm>
          <a:custGeom>
            <a:avLst/>
            <a:gdLst>
              <a:gd name="T0" fmla="*/ 7 w 59"/>
              <a:gd name="T1" fmla="*/ 26 h 45"/>
              <a:gd name="T2" fmla="*/ 38 w 59"/>
              <a:gd name="T3" fmla="*/ 42 h 45"/>
              <a:gd name="T4" fmla="*/ 56 w 59"/>
              <a:gd name="T5" fmla="*/ 37 h 45"/>
              <a:gd name="T6" fmla="*/ 56 w 59"/>
              <a:gd name="T7" fmla="*/ 37 h 45"/>
              <a:gd name="T8" fmla="*/ 51 w 59"/>
              <a:gd name="T9" fmla="*/ 19 h 45"/>
              <a:gd name="T10" fmla="*/ 20 w 59"/>
              <a:gd name="T11" fmla="*/ 3 h 45"/>
              <a:gd name="T12" fmla="*/ 2 w 59"/>
              <a:gd name="T13" fmla="*/ 8 h 45"/>
              <a:gd name="T14" fmla="*/ 0 w 59"/>
              <a:gd name="T15" fmla="*/ 15 h 45"/>
              <a:gd name="T16" fmla="*/ 7 w 59"/>
              <a:gd name="T17" fmla="*/ 26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" h="45">
                <a:moveTo>
                  <a:pt x="7" y="26"/>
                </a:moveTo>
                <a:cubicBezTo>
                  <a:pt x="17" y="31"/>
                  <a:pt x="28" y="36"/>
                  <a:pt x="38" y="42"/>
                </a:cubicBezTo>
                <a:cubicBezTo>
                  <a:pt x="44" y="45"/>
                  <a:pt x="53" y="43"/>
                  <a:pt x="56" y="37"/>
                </a:cubicBezTo>
                <a:cubicBezTo>
                  <a:pt x="56" y="37"/>
                  <a:pt x="56" y="37"/>
                  <a:pt x="56" y="37"/>
                </a:cubicBezTo>
                <a:cubicBezTo>
                  <a:pt x="59" y="30"/>
                  <a:pt x="58" y="22"/>
                  <a:pt x="51" y="19"/>
                </a:cubicBezTo>
                <a:cubicBezTo>
                  <a:pt x="41" y="13"/>
                  <a:pt x="30" y="8"/>
                  <a:pt x="20" y="3"/>
                </a:cubicBezTo>
                <a:cubicBezTo>
                  <a:pt x="14" y="0"/>
                  <a:pt x="5" y="2"/>
                  <a:pt x="2" y="8"/>
                </a:cubicBezTo>
                <a:cubicBezTo>
                  <a:pt x="1" y="10"/>
                  <a:pt x="0" y="13"/>
                  <a:pt x="0" y="15"/>
                </a:cubicBezTo>
                <a:cubicBezTo>
                  <a:pt x="1" y="20"/>
                  <a:pt x="3" y="24"/>
                  <a:pt x="7" y="26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稻壳儿春秋广告/盗版必究        原创来源：http://chn.docer.com/works?userid=199329941#!/work_time"/>
          <p:cNvSpPr/>
          <p:nvPr/>
        </p:nvSpPr>
        <p:spPr bwMode="auto">
          <a:xfrm>
            <a:off x="10901608" y="3758500"/>
            <a:ext cx="196850" cy="149225"/>
          </a:xfrm>
          <a:custGeom>
            <a:avLst/>
            <a:gdLst>
              <a:gd name="T0" fmla="*/ 3 w 59"/>
              <a:gd name="T1" fmla="*/ 38 h 45"/>
              <a:gd name="T2" fmla="*/ 21 w 59"/>
              <a:gd name="T3" fmla="*/ 42 h 45"/>
              <a:gd name="T4" fmla="*/ 52 w 59"/>
              <a:gd name="T5" fmla="*/ 26 h 45"/>
              <a:gd name="T6" fmla="*/ 59 w 59"/>
              <a:gd name="T7" fmla="*/ 16 h 45"/>
              <a:gd name="T8" fmla="*/ 57 w 59"/>
              <a:gd name="T9" fmla="*/ 8 h 45"/>
              <a:gd name="T10" fmla="*/ 39 w 59"/>
              <a:gd name="T11" fmla="*/ 4 h 45"/>
              <a:gd name="T12" fmla="*/ 8 w 59"/>
              <a:gd name="T13" fmla="*/ 19 h 45"/>
              <a:gd name="T14" fmla="*/ 3 w 59"/>
              <a:gd name="T15" fmla="*/ 37 h 45"/>
              <a:gd name="T16" fmla="*/ 3 w 59"/>
              <a:gd name="T17" fmla="*/ 38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" h="45">
                <a:moveTo>
                  <a:pt x="3" y="38"/>
                </a:moveTo>
                <a:cubicBezTo>
                  <a:pt x="6" y="44"/>
                  <a:pt x="15" y="45"/>
                  <a:pt x="21" y="42"/>
                </a:cubicBezTo>
                <a:cubicBezTo>
                  <a:pt x="31" y="37"/>
                  <a:pt x="42" y="32"/>
                  <a:pt x="52" y="26"/>
                </a:cubicBezTo>
                <a:cubicBezTo>
                  <a:pt x="56" y="24"/>
                  <a:pt x="58" y="20"/>
                  <a:pt x="59" y="16"/>
                </a:cubicBezTo>
                <a:cubicBezTo>
                  <a:pt x="59" y="13"/>
                  <a:pt x="58" y="11"/>
                  <a:pt x="57" y="8"/>
                </a:cubicBezTo>
                <a:cubicBezTo>
                  <a:pt x="54" y="2"/>
                  <a:pt x="45" y="0"/>
                  <a:pt x="39" y="4"/>
                </a:cubicBezTo>
                <a:cubicBezTo>
                  <a:pt x="28" y="9"/>
                  <a:pt x="18" y="14"/>
                  <a:pt x="8" y="19"/>
                </a:cubicBezTo>
                <a:cubicBezTo>
                  <a:pt x="1" y="23"/>
                  <a:pt x="0" y="31"/>
                  <a:pt x="3" y="37"/>
                </a:cubicBezTo>
                <a:cubicBezTo>
                  <a:pt x="3" y="37"/>
                  <a:pt x="3" y="37"/>
                  <a:pt x="3" y="38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稻壳儿春秋广告/盗版必究        原创来源：http://chn.docer.com/works?userid=199329941#!/work_time"/>
          <p:cNvSpPr/>
          <p:nvPr/>
        </p:nvSpPr>
        <p:spPr bwMode="auto">
          <a:xfrm>
            <a:off x="9433170" y="4288725"/>
            <a:ext cx="227013" cy="119063"/>
          </a:xfrm>
          <a:custGeom>
            <a:avLst/>
            <a:gdLst>
              <a:gd name="T0" fmla="*/ 24 w 68"/>
              <a:gd name="T1" fmla="*/ 33 h 36"/>
              <a:gd name="T2" fmla="*/ 58 w 68"/>
              <a:gd name="T3" fmla="*/ 26 h 36"/>
              <a:gd name="T4" fmla="*/ 65 w 68"/>
              <a:gd name="T5" fmla="*/ 21 h 36"/>
              <a:gd name="T6" fmla="*/ 67 w 68"/>
              <a:gd name="T7" fmla="*/ 17 h 36"/>
              <a:gd name="T8" fmla="*/ 67 w 68"/>
              <a:gd name="T9" fmla="*/ 10 h 36"/>
              <a:gd name="T10" fmla="*/ 67 w 68"/>
              <a:gd name="T11" fmla="*/ 9 h 36"/>
              <a:gd name="T12" fmla="*/ 56 w 68"/>
              <a:gd name="T13" fmla="*/ 0 h 36"/>
              <a:gd name="T14" fmla="*/ 51 w 68"/>
              <a:gd name="T15" fmla="*/ 0 h 36"/>
              <a:gd name="T16" fmla="*/ 17 w 68"/>
              <a:gd name="T17" fmla="*/ 8 h 36"/>
              <a:gd name="T18" fmla="*/ 24 w 68"/>
              <a:gd name="T19" fmla="*/ 33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" h="36">
                <a:moveTo>
                  <a:pt x="24" y="33"/>
                </a:moveTo>
                <a:cubicBezTo>
                  <a:pt x="35" y="31"/>
                  <a:pt x="47" y="28"/>
                  <a:pt x="58" y="26"/>
                </a:cubicBezTo>
                <a:cubicBezTo>
                  <a:pt x="61" y="25"/>
                  <a:pt x="64" y="23"/>
                  <a:pt x="65" y="21"/>
                </a:cubicBezTo>
                <a:cubicBezTo>
                  <a:pt x="66" y="19"/>
                  <a:pt x="67" y="18"/>
                  <a:pt x="67" y="17"/>
                </a:cubicBezTo>
                <a:cubicBezTo>
                  <a:pt x="68" y="14"/>
                  <a:pt x="68" y="12"/>
                  <a:pt x="67" y="10"/>
                </a:cubicBezTo>
                <a:cubicBezTo>
                  <a:pt x="67" y="10"/>
                  <a:pt x="67" y="9"/>
                  <a:pt x="67" y="9"/>
                </a:cubicBezTo>
                <a:cubicBezTo>
                  <a:pt x="66" y="3"/>
                  <a:pt x="61" y="0"/>
                  <a:pt x="56" y="0"/>
                </a:cubicBezTo>
                <a:cubicBezTo>
                  <a:pt x="55" y="0"/>
                  <a:pt x="53" y="0"/>
                  <a:pt x="51" y="0"/>
                </a:cubicBezTo>
                <a:cubicBezTo>
                  <a:pt x="40" y="3"/>
                  <a:pt x="28" y="5"/>
                  <a:pt x="17" y="8"/>
                </a:cubicBezTo>
                <a:cubicBezTo>
                  <a:pt x="0" y="11"/>
                  <a:pt x="7" y="36"/>
                  <a:pt x="24" y="33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稻壳儿春秋广告/盗版必究        原创来源：http://chn.docer.com/works?userid=199329941#!/work_time"/>
          <p:cNvSpPr/>
          <p:nvPr/>
        </p:nvSpPr>
        <p:spPr bwMode="auto">
          <a:xfrm>
            <a:off x="10961933" y="4280787"/>
            <a:ext cx="206375" cy="120650"/>
          </a:xfrm>
          <a:custGeom>
            <a:avLst/>
            <a:gdLst>
              <a:gd name="T0" fmla="*/ 1 w 62"/>
              <a:gd name="T1" fmla="*/ 13 h 36"/>
              <a:gd name="T2" fmla="*/ 10 w 62"/>
              <a:gd name="T3" fmla="*/ 27 h 36"/>
              <a:gd name="T4" fmla="*/ 44 w 62"/>
              <a:gd name="T5" fmla="*/ 35 h 36"/>
              <a:gd name="T6" fmla="*/ 60 w 62"/>
              <a:gd name="T7" fmla="*/ 26 h 36"/>
              <a:gd name="T8" fmla="*/ 61 w 62"/>
              <a:gd name="T9" fmla="*/ 25 h 36"/>
              <a:gd name="T10" fmla="*/ 51 w 62"/>
              <a:gd name="T11" fmla="*/ 9 h 36"/>
              <a:gd name="T12" fmla="*/ 17 w 62"/>
              <a:gd name="T13" fmla="*/ 2 h 36"/>
              <a:gd name="T14" fmla="*/ 1 w 62"/>
              <a:gd name="T15" fmla="*/ 13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2" h="36">
                <a:moveTo>
                  <a:pt x="1" y="13"/>
                </a:moveTo>
                <a:cubicBezTo>
                  <a:pt x="0" y="19"/>
                  <a:pt x="2" y="26"/>
                  <a:pt x="10" y="27"/>
                </a:cubicBezTo>
                <a:cubicBezTo>
                  <a:pt x="22" y="30"/>
                  <a:pt x="33" y="32"/>
                  <a:pt x="44" y="35"/>
                </a:cubicBezTo>
                <a:cubicBezTo>
                  <a:pt x="51" y="36"/>
                  <a:pt x="59" y="33"/>
                  <a:pt x="60" y="26"/>
                </a:cubicBezTo>
                <a:cubicBezTo>
                  <a:pt x="60" y="25"/>
                  <a:pt x="60" y="25"/>
                  <a:pt x="61" y="25"/>
                </a:cubicBezTo>
                <a:cubicBezTo>
                  <a:pt x="62" y="19"/>
                  <a:pt x="59" y="11"/>
                  <a:pt x="51" y="9"/>
                </a:cubicBezTo>
                <a:cubicBezTo>
                  <a:pt x="40" y="7"/>
                  <a:pt x="29" y="4"/>
                  <a:pt x="17" y="2"/>
                </a:cubicBezTo>
                <a:cubicBezTo>
                  <a:pt x="8" y="0"/>
                  <a:pt x="2" y="6"/>
                  <a:pt x="1" y="13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 bwMode="auto">
          <a:xfrm>
            <a:off x="9741145" y="4684012"/>
            <a:ext cx="173038" cy="190500"/>
          </a:xfrm>
          <a:custGeom>
            <a:avLst/>
            <a:gdLst>
              <a:gd name="T0" fmla="*/ 6 w 52"/>
              <a:gd name="T1" fmla="*/ 51 h 57"/>
              <a:gd name="T2" fmla="*/ 6 w 52"/>
              <a:gd name="T3" fmla="*/ 51 h 57"/>
              <a:gd name="T4" fmla="*/ 25 w 52"/>
              <a:gd name="T5" fmla="*/ 51 h 57"/>
              <a:gd name="T6" fmla="*/ 47 w 52"/>
              <a:gd name="T7" fmla="*/ 24 h 57"/>
              <a:gd name="T8" fmla="*/ 47 w 52"/>
              <a:gd name="T9" fmla="*/ 5 h 57"/>
              <a:gd name="T10" fmla="*/ 46 w 52"/>
              <a:gd name="T11" fmla="*/ 4 h 57"/>
              <a:gd name="T12" fmla="*/ 28 w 52"/>
              <a:gd name="T13" fmla="*/ 5 h 57"/>
              <a:gd name="T14" fmla="*/ 6 w 52"/>
              <a:gd name="T15" fmla="*/ 32 h 57"/>
              <a:gd name="T16" fmla="*/ 6 w 52"/>
              <a:gd name="T17" fmla="*/ 51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" h="57">
                <a:moveTo>
                  <a:pt x="6" y="51"/>
                </a:moveTo>
                <a:cubicBezTo>
                  <a:pt x="6" y="51"/>
                  <a:pt x="6" y="51"/>
                  <a:pt x="6" y="51"/>
                </a:cubicBezTo>
                <a:cubicBezTo>
                  <a:pt x="12" y="55"/>
                  <a:pt x="20" y="57"/>
                  <a:pt x="25" y="51"/>
                </a:cubicBezTo>
                <a:cubicBezTo>
                  <a:pt x="32" y="42"/>
                  <a:pt x="40" y="33"/>
                  <a:pt x="47" y="24"/>
                </a:cubicBezTo>
                <a:cubicBezTo>
                  <a:pt x="51" y="18"/>
                  <a:pt x="52" y="10"/>
                  <a:pt x="47" y="5"/>
                </a:cubicBezTo>
                <a:cubicBezTo>
                  <a:pt x="46" y="5"/>
                  <a:pt x="46" y="4"/>
                  <a:pt x="46" y="4"/>
                </a:cubicBezTo>
                <a:cubicBezTo>
                  <a:pt x="41" y="0"/>
                  <a:pt x="32" y="0"/>
                  <a:pt x="28" y="5"/>
                </a:cubicBezTo>
                <a:cubicBezTo>
                  <a:pt x="21" y="14"/>
                  <a:pt x="13" y="23"/>
                  <a:pt x="6" y="32"/>
                </a:cubicBezTo>
                <a:cubicBezTo>
                  <a:pt x="2" y="37"/>
                  <a:pt x="0" y="46"/>
                  <a:pt x="6" y="51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稻壳儿春秋广告/盗版必究        原创来源：http://chn.docer.com/works?userid=199329941#!/work_time"/>
          <p:cNvSpPr/>
          <p:nvPr/>
        </p:nvSpPr>
        <p:spPr bwMode="auto">
          <a:xfrm>
            <a:off x="10714283" y="4687187"/>
            <a:ext cx="166688" cy="187325"/>
          </a:xfrm>
          <a:custGeom>
            <a:avLst/>
            <a:gdLst>
              <a:gd name="T0" fmla="*/ 4 w 50"/>
              <a:gd name="T1" fmla="*/ 22 h 56"/>
              <a:gd name="T2" fmla="*/ 26 w 50"/>
              <a:gd name="T3" fmla="*/ 50 h 56"/>
              <a:gd name="T4" fmla="*/ 44 w 50"/>
              <a:gd name="T5" fmla="*/ 50 h 56"/>
              <a:gd name="T6" fmla="*/ 44 w 50"/>
              <a:gd name="T7" fmla="*/ 49 h 56"/>
              <a:gd name="T8" fmla="*/ 44 w 50"/>
              <a:gd name="T9" fmla="*/ 31 h 56"/>
              <a:gd name="T10" fmla="*/ 22 w 50"/>
              <a:gd name="T11" fmla="*/ 4 h 56"/>
              <a:gd name="T12" fmla="*/ 12 w 50"/>
              <a:gd name="T13" fmla="*/ 0 h 56"/>
              <a:gd name="T14" fmla="*/ 4 w 50"/>
              <a:gd name="T15" fmla="*/ 4 h 56"/>
              <a:gd name="T16" fmla="*/ 0 w 50"/>
              <a:gd name="T17" fmla="*/ 11 h 56"/>
              <a:gd name="T18" fmla="*/ 4 w 50"/>
              <a:gd name="T19" fmla="*/ 22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0" h="56">
                <a:moveTo>
                  <a:pt x="4" y="22"/>
                </a:moveTo>
                <a:cubicBezTo>
                  <a:pt x="11" y="32"/>
                  <a:pt x="18" y="41"/>
                  <a:pt x="26" y="50"/>
                </a:cubicBezTo>
                <a:cubicBezTo>
                  <a:pt x="30" y="56"/>
                  <a:pt x="39" y="54"/>
                  <a:pt x="44" y="50"/>
                </a:cubicBezTo>
                <a:cubicBezTo>
                  <a:pt x="44" y="50"/>
                  <a:pt x="44" y="49"/>
                  <a:pt x="44" y="49"/>
                </a:cubicBezTo>
                <a:cubicBezTo>
                  <a:pt x="50" y="45"/>
                  <a:pt x="48" y="36"/>
                  <a:pt x="44" y="31"/>
                </a:cubicBezTo>
                <a:cubicBezTo>
                  <a:pt x="37" y="22"/>
                  <a:pt x="30" y="13"/>
                  <a:pt x="22" y="4"/>
                </a:cubicBezTo>
                <a:cubicBezTo>
                  <a:pt x="20" y="1"/>
                  <a:pt x="16" y="0"/>
                  <a:pt x="12" y="0"/>
                </a:cubicBezTo>
                <a:cubicBezTo>
                  <a:pt x="9" y="0"/>
                  <a:pt x="6" y="2"/>
                  <a:pt x="4" y="4"/>
                </a:cubicBezTo>
                <a:cubicBezTo>
                  <a:pt x="1" y="6"/>
                  <a:pt x="0" y="9"/>
                  <a:pt x="0" y="11"/>
                </a:cubicBezTo>
                <a:cubicBezTo>
                  <a:pt x="0" y="15"/>
                  <a:pt x="1" y="19"/>
                  <a:pt x="4" y="22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稻壳儿春秋广告/盗版必究        原创来源：http://chn.docer.com/works?userid=199329941#!/work_time"/>
          <p:cNvSpPr/>
          <p:nvPr/>
        </p:nvSpPr>
        <p:spPr bwMode="auto">
          <a:xfrm>
            <a:off x="10268195" y="4844350"/>
            <a:ext cx="85725" cy="203200"/>
          </a:xfrm>
          <a:custGeom>
            <a:avLst/>
            <a:gdLst>
              <a:gd name="T0" fmla="*/ 13 w 26"/>
              <a:gd name="T1" fmla="*/ 61 h 61"/>
              <a:gd name="T2" fmla="*/ 13 w 26"/>
              <a:gd name="T3" fmla="*/ 61 h 61"/>
              <a:gd name="T4" fmla="*/ 26 w 26"/>
              <a:gd name="T5" fmla="*/ 48 h 61"/>
              <a:gd name="T6" fmla="*/ 26 w 26"/>
              <a:gd name="T7" fmla="*/ 13 h 61"/>
              <a:gd name="T8" fmla="*/ 13 w 26"/>
              <a:gd name="T9" fmla="*/ 0 h 61"/>
              <a:gd name="T10" fmla="*/ 13 w 26"/>
              <a:gd name="T11" fmla="*/ 0 h 61"/>
              <a:gd name="T12" fmla="*/ 4 w 26"/>
              <a:gd name="T13" fmla="*/ 3 h 61"/>
              <a:gd name="T14" fmla="*/ 0 w 26"/>
              <a:gd name="T15" fmla="*/ 13 h 61"/>
              <a:gd name="T16" fmla="*/ 0 w 26"/>
              <a:gd name="T17" fmla="*/ 48 h 61"/>
              <a:gd name="T18" fmla="*/ 13 w 26"/>
              <a:gd name="T19" fmla="*/ 61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" h="61">
                <a:moveTo>
                  <a:pt x="13" y="61"/>
                </a:moveTo>
                <a:cubicBezTo>
                  <a:pt x="13" y="61"/>
                  <a:pt x="13" y="61"/>
                  <a:pt x="13" y="61"/>
                </a:cubicBezTo>
                <a:cubicBezTo>
                  <a:pt x="20" y="61"/>
                  <a:pt x="26" y="56"/>
                  <a:pt x="26" y="48"/>
                </a:cubicBezTo>
                <a:cubicBezTo>
                  <a:pt x="26" y="37"/>
                  <a:pt x="26" y="25"/>
                  <a:pt x="26" y="13"/>
                </a:cubicBezTo>
                <a:cubicBezTo>
                  <a:pt x="26" y="6"/>
                  <a:pt x="21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9" y="0"/>
                  <a:pt x="7" y="2"/>
                  <a:pt x="4" y="3"/>
                </a:cubicBezTo>
                <a:cubicBezTo>
                  <a:pt x="2" y="6"/>
                  <a:pt x="0" y="9"/>
                  <a:pt x="0" y="13"/>
                </a:cubicBezTo>
                <a:cubicBezTo>
                  <a:pt x="0" y="25"/>
                  <a:pt x="0" y="37"/>
                  <a:pt x="0" y="48"/>
                </a:cubicBezTo>
                <a:cubicBezTo>
                  <a:pt x="0" y="55"/>
                  <a:pt x="6" y="61"/>
                  <a:pt x="13" y="61"/>
                </a:cubicBezTo>
                <a:close/>
              </a:path>
            </a:pathLst>
          </a:custGeom>
          <a:solidFill>
            <a:srgbClr val="EF9E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" name="稻壳儿春秋广告/盗版必究        原创来源：http://chn.docer.com/works?userid=199329941#!/work_time"/>
          <p:cNvSpPr/>
          <p:nvPr/>
        </p:nvSpPr>
        <p:spPr bwMode="auto">
          <a:xfrm>
            <a:off x="9753845" y="3545775"/>
            <a:ext cx="1114425" cy="1198563"/>
          </a:xfrm>
          <a:custGeom>
            <a:avLst/>
            <a:gdLst>
              <a:gd name="connsiteX0" fmla="*/ 623744 w 1114425"/>
              <a:gd name="connsiteY0" fmla="*/ 549275 h 1198563"/>
              <a:gd name="connsiteX1" fmla="*/ 620425 w 1114425"/>
              <a:gd name="connsiteY1" fmla="*/ 595948 h 1198563"/>
              <a:gd name="connsiteX2" fmla="*/ 600508 w 1114425"/>
              <a:gd name="connsiteY2" fmla="*/ 612616 h 1198563"/>
              <a:gd name="connsiteX3" fmla="*/ 593870 w 1114425"/>
              <a:gd name="connsiteY3" fmla="*/ 615950 h 1198563"/>
              <a:gd name="connsiteX4" fmla="*/ 590550 w 1114425"/>
              <a:gd name="connsiteY4" fmla="*/ 612616 h 1198563"/>
              <a:gd name="connsiteX5" fmla="*/ 593870 w 1114425"/>
              <a:gd name="connsiteY5" fmla="*/ 592614 h 1198563"/>
              <a:gd name="connsiteX6" fmla="*/ 620425 w 1114425"/>
              <a:gd name="connsiteY6" fmla="*/ 552609 h 1198563"/>
              <a:gd name="connsiteX7" fmla="*/ 623744 w 1114425"/>
              <a:gd name="connsiteY7" fmla="*/ 549275 h 1198563"/>
              <a:gd name="connsiteX8" fmla="*/ 444357 w 1114425"/>
              <a:gd name="connsiteY8" fmla="*/ 546100 h 1198563"/>
              <a:gd name="connsiteX9" fmla="*/ 441038 w 1114425"/>
              <a:gd name="connsiteY9" fmla="*/ 582117 h 1198563"/>
              <a:gd name="connsiteX10" fmla="*/ 421121 w 1114425"/>
              <a:gd name="connsiteY10" fmla="*/ 598488 h 1198563"/>
              <a:gd name="connsiteX11" fmla="*/ 414483 w 1114425"/>
              <a:gd name="connsiteY11" fmla="*/ 591940 h 1198563"/>
              <a:gd name="connsiteX12" fmla="*/ 417802 w 1114425"/>
              <a:gd name="connsiteY12" fmla="*/ 575568 h 1198563"/>
              <a:gd name="connsiteX13" fmla="*/ 444357 w 1114425"/>
              <a:gd name="connsiteY13" fmla="*/ 546100 h 1198563"/>
              <a:gd name="connsiteX14" fmla="*/ 781050 w 1114425"/>
              <a:gd name="connsiteY14" fmla="*/ 431800 h 1198563"/>
              <a:gd name="connsiteX15" fmla="*/ 784324 w 1114425"/>
              <a:gd name="connsiteY15" fmla="*/ 431800 h 1198563"/>
              <a:gd name="connsiteX16" fmla="*/ 826890 w 1114425"/>
              <a:gd name="connsiteY16" fmla="*/ 455507 h 1198563"/>
              <a:gd name="connsiteX17" fmla="*/ 833438 w 1114425"/>
              <a:gd name="connsiteY17" fmla="*/ 475827 h 1198563"/>
              <a:gd name="connsiteX18" fmla="*/ 820341 w 1114425"/>
              <a:gd name="connsiteY18" fmla="*/ 482600 h 1198563"/>
              <a:gd name="connsiteX19" fmla="*/ 817067 w 1114425"/>
              <a:gd name="connsiteY19" fmla="*/ 482600 h 1198563"/>
              <a:gd name="connsiteX20" fmla="*/ 790873 w 1114425"/>
              <a:gd name="connsiteY20" fmla="*/ 452120 h 1198563"/>
              <a:gd name="connsiteX21" fmla="*/ 781050 w 1114425"/>
              <a:gd name="connsiteY21" fmla="*/ 431800 h 1198563"/>
              <a:gd name="connsiteX22" fmla="*/ 320676 w 1114425"/>
              <a:gd name="connsiteY22" fmla="*/ 415925 h 1198563"/>
              <a:gd name="connsiteX23" fmla="*/ 300832 w 1114425"/>
              <a:gd name="connsiteY23" fmla="*/ 452905 h 1198563"/>
              <a:gd name="connsiteX24" fmla="*/ 287603 w 1114425"/>
              <a:gd name="connsiteY24" fmla="*/ 473075 h 1198563"/>
              <a:gd name="connsiteX25" fmla="*/ 280988 w 1114425"/>
              <a:gd name="connsiteY25" fmla="*/ 456266 h 1198563"/>
              <a:gd name="connsiteX26" fmla="*/ 287603 w 1114425"/>
              <a:gd name="connsiteY26" fmla="*/ 429372 h 1198563"/>
              <a:gd name="connsiteX27" fmla="*/ 320676 w 1114425"/>
              <a:gd name="connsiteY27" fmla="*/ 415925 h 1198563"/>
              <a:gd name="connsiteX28" fmla="*/ 514259 w 1114425"/>
              <a:gd name="connsiteY28" fmla="*/ 0 h 1198563"/>
              <a:gd name="connsiteX29" fmla="*/ 577484 w 1114425"/>
              <a:gd name="connsiteY29" fmla="*/ 0 h 1198563"/>
              <a:gd name="connsiteX30" fmla="*/ 723900 w 1114425"/>
              <a:gd name="connsiteY30" fmla="*/ 408996 h 1198563"/>
              <a:gd name="connsiteX31" fmla="*/ 620743 w 1114425"/>
              <a:gd name="connsiteY31" fmla="*/ 492125 h 1198563"/>
              <a:gd name="connsiteX32" fmla="*/ 557518 w 1114425"/>
              <a:gd name="connsiteY32" fmla="*/ 475499 h 1198563"/>
              <a:gd name="connsiteX33" fmla="*/ 467672 w 1114425"/>
              <a:gd name="connsiteY33" fmla="*/ 485475 h 1198563"/>
              <a:gd name="connsiteX34" fmla="*/ 377825 w 1114425"/>
              <a:gd name="connsiteY34" fmla="*/ 385720 h 1198563"/>
              <a:gd name="connsiteX35" fmla="*/ 514259 w 1114425"/>
              <a:gd name="connsiteY35" fmla="*/ 0 h 1198563"/>
              <a:gd name="connsiteX36" fmla="*/ 357017 w 1114425"/>
              <a:gd name="connsiteY36" fmla="*/ 0 h 1198563"/>
              <a:gd name="connsiteX37" fmla="*/ 473798 w 1114425"/>
              <a:gd name="connsiteY37" fmla="*/ 0 h 1198563"/>
              <a:gd name="connsiteX38" fmla="*/ 336997 w 1114425"/>
              <a:gd name="connsiteY38" fmla="*/ 376216 h 1198563"/>
              <a:gd name="connsiteX39" fmla="*/ 326987 w 1114425"/>
              <a:gd name="connsiteY39" fmla="*/ 376216 h 1198563"/>
              <a:gd name="connsiteX40" fmla="*/ 246909 w 1114425"/>
              <a:gd name="connsiteY40" fmla="*/ 422827 h 1198563"/>
              <a:gd name="connsiteX41" fmla="*/ 260255 w 1114425"/>
              <a:gd name="connsiteY41" fmla="*/ 502731 h 1198563"/>
              <a:gd name="connsiteX42" fmla="*/ 283611 w 1114425"/>
              <a:gd name="connsiteY42" fmla="*/ 512719 h 1198563"/>
              <a:gd name="connsiteX43" fmla="*/ 333660 w 1114425"/>
              <a:gd name="connsiteY43" fmla="*/ 476096 h 1198563"/>
              <a:gd name="connsiteX44" fmla="*/ 336997 w 1114425"/>
              <a:gd name="connsiteY44" fmla="*/ 472767 h 1198563"/>
              <a:gd name="connsiteX45" fmla="*/ 360353 w 1114425"/>
              <a:gd name="connsiteY45" fmla="*/ 422827 h 1198563"/>
              <a:gd name="connsiteX46" fmla="*/ 433758 w 1114425"/>
              <a:gd name="connsiteY46" fmla="*/ 506060 h 1198563"/>
              <a:gd name="connsiteX47" fmla="*/ 420412 w 1114425"/>
              <a:gd name="connsiteY47" fmla="*/ 516048 h 1198563"/>
              <a:gd name="connsiteX48" fmla="*/ 373700 w 1114425"/>
              <a:gd name="connsiteY48" fmla="*/ 582635 h 1198563"/>
              <a:gd name="connsiteX49" fmla="*/ 390383 w 1114425"/>
              <a:gd name="connsiteY49" fmla="*/ 629246 h 1198563"/>
              <a:gd name="connsiteX50" fmla="*/ 420412 w 1114425"/>
              <a:gd name="connsiteY50" fmla="*/ 639234 h 1198563"/>
              <a:gd name="connsiteX51" fmla="*/ 453778 w 1114425"/>
              <a:gd name="connsiteY51" fmla="*/ 629246 h 1198563"/>
              <a:gd name="connsiteX52" fmla="*/ 483807 w 1114425"/>
              <a:gd name="connsiteY52" fmla="*/ 549342 h 1198563"/>
              <a:gd name="connsiteX53" fmla="*/ 477134 w 1114425"/>
              <a:gd name="connsiteY53" fmla="*/ 526036 h 1198563"/>
              <a:gd name="connsiteX54" fmla="*/ 490481 w 1114425"/>
              <a:gd name="connsiteY54" fmla="*/ 519377 h 1198563"/>
              <a:gd name="connsiteX55" fmla="*/ 577232 w 1114425"/>
              <a:gd name="connsiteY55" fmla="*/ 516048 h 1198563"/>
              <a:gd name="connsiteX56" fmla="*/ 593915 w 1114425"/>
              <a:gd name="connsiteY56" fmla="*/ 522707 h 1198563"/>
              <a:gd name="connsiteX57" fmla="*/ 590579 w 1114425"/>
              <a:gd name="connsiteY57" fmla="*/ 526036 h 1198563"/>
              <a:gd name="connsiteX58" fmla="*/ 550540 w 1114425"/>
              <a:gd name="connsiteY58" fmla="*/ 612599 h 1198563"/>
              <a:gd name="connsiteX59" fmla="*/ 570559 w 1114425"/>
              <a:gd name="connsiteY59" fmla="*/ 645892 h 1198563"/>
              <a:gd name="connsiteX60" fmla="*/ 637291 w 1114425"/>
              <a:gd name="connsiteY60" fmla="*/ 635904 h 1198563"/>
              <a:gd name="connsiteX61" fmla="*/ 663984 w 1114425"/>
              <a:gd name="connsiteY61" fmla="*/ 556000 h 1198563"/>
              <a:gd name="connsiteX62" fmla="*/ 650638 w 1114425"/>
              <a:gd name="connsiteY62" fmla="*/ 519377 h 1198563"/>
              <a:gd name="connsiteX63" fmla="*/ 740726 w 1114425"/>
              <a:gd name="connsiteY63" fmla="*/ 446132 h 1198563"/>
              <a:gd name="connsiteX64" fmla="*/ 754072 w 1114425"/>
              <a:gd name="connsiteY64" fmla="*/ 472767 h 1198563"/>
              <a:gd name="connsiteX65" fmla="*/ 820804 w 1114425"/>
              <a:gd name="connsiteY65" fmla="*/ 522707 h 1198563"/>
              <a:gd name="connsiteX66" fmla="*/ 850834 w 1114425"/>
              <a:gd name="connsiteY66" fmla="*/ 512719 h 1198563"/>
              <a:gd name="connsiteX67" fmla="*/ 874190 w 1114425"/>
              <a:gd name="connsiteY67" fmla="*/ 479425 h 1198563"/>
              <a:gd name="connsiteX68" fmla="*/ 844160 w 1114425"/>
              <a:gd name="connsiteY68" fmla="*/ 416168 h 1198563"/>
              <a:gd name="connsiteX69" fmla="*/ 760745 w 1114425"/>
              <a:gd name="connsiteY69" fmla="*/ 396192 h 1198563"/>
              <a:gd name="connsiteX70" fmla="*/ 617272 w 1114425"/>
              <a:gd name="connsiteY70" fmla="*/ 0 h 1198563"/>
              <a:gd name="connsiteX71" fmla="*/ 757409 w 1114425"/>
              <a:gd name="connsiteY71" fmla="*/ 0 h 1198563"/>
              <a:gd name="connsiteX72" fmla="*/ 790775 w 1114425"/>
              <a:gd name="connsiteY72" fmla="*/ 33294 h 1198563"/>
              <a:gd name="connsiteX73" fmla="*/ 790775 w 1114425"/>
              <a:gd name="connsiteY73" fmla="*/ 139832 h 1198563"/>
              <a:gd name="connsiteX74" fmla="*/ 1114425 w 1114425"/>
              <a:gd name="connsiteY74" fmla="*/ 642563 h 1198563"/>
              <a:gd name="connsiteX75" fmla="*/ 557213 w 1114425"/>
              <a:gd name="connsiteY75" fmla="*/ 1198563 h 1198563"/>
              <a:gd name="connsiteX76" fmla="*/ 0 w 1114425"/>
              <a:gd name="connsiteY76" fmla="*/ 645892 h 1198563"/>
              <a:gd name="connsiteX77" fmla="*/ 323651 w 1114425"/>
              <a:gd name="connsiteY77" fmla="*/ 139832 h 1198563"/>
              <a:gd name="connsiteX78" fmla="*/ 323651 w 1114425"/>
              <a:gd name="connsiteY78" fmla="*/ 33294 h 1198563"/>
              <a:gd name="connsiteX79" fmla="*/ 357017 w 1114425"/>
              <a:gd name="connsiteY79" fmla="*/ 0 h 1198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114425" h="1198563">
                <a:moveTo>
                  <a:pt x="623744" y="549275"/>
                </a:moveTo>
                <a:cubicBezTo>
                  <a:pt x="627063" y="562610"/>
                  <a:pt x="627063" y="579279"/>
                  <a:pt x="620425" y="595948"/>
                </a:cubicBezTo>
                <a:cubicBezTo>
                  <a:pt x="613786" y="602615"/>
                  <a:pt x="610466" y="609283"/>
                  <a:pt x="600508" y="612616"/>
                </a:cubicBezTo>
                <a:cubicBezTo>
                  <a:pt x="597189" y="615950"/>
                  <a:pt x="597189" y="615950"/>
                  <a:pt x="593870" y="615950"/>
                </a:cubicBezTo>
                <a:cubicBezTo>
                  <a:pt x="593870" y="615950"/>
                  <a:pt x="593870" y="615950"/>
                  <a:pt x="590550" y="612616"/>
                </a:cubicBezTo>
                <a:cubicBezTo>
                  <a:pt x="590550" y="609283"/>
                  <a:pt x="590550" y="595948"/>
                  <a:pt x="593870" y="592614"/>
                </a:cubicBezTo>
                <a:cubicBezTo>
                  <a:pt x="600508" y="579279"/>
                  <a:pt x="610466" y="565944"/>
                  <a:pt x="620425" y="552609"/>
                </a:cubicBezTo>
                <a:cubicBezTo>
                  <a:pt x="620425" y="552609"/>
                  <a:pt x="620425" y="552609"/>
                  <a:pt x="623744" y="549275"/>
                </a:cubicBezTo>
                <a:close/>
                <a:moveTo>
                  <a:pt x="444357" y="546100"/>
                </a:moveTo>
                <a:cubicBezTo>
                  <a:pt x="444357" y="559197"/>
                  <a:pt x="447676" y="572294"/>
                  <a:pt x="441038" y="582117"/>
                </a:cubicBezTo>
                <a:cubicBezTo>
                  <a:pt x="437718" y="591940"/>
                  <a:pt x="427760" y="598488"/>
                  <a:pt x="421121" y="598488"/>
                </a:cubicBezTo>
                <a:cubicBezTo>
                  <a:pt x="417802" y="598488"/>
                  <a:pt x="417802" y="598488"/>
                  <a:pt x="414483" y="591940"/>
                </a:cubicBezTo>
                <a:cubicBezTo>
                  <a:pt x="411163" y="588665"/>
                  <a:pt x="411163" y="582117"/>
                  <a:pt x="417802" y="575568"/>
                </a:cubicBezTo>
                <a:cubicBezTo>
                  <a:pt x="421121" y="565746"/>
                  <a:pt x="431079" y="555923"/>
                  <a:pt x="444357" y="546100"/>
                </a:cubicBezTo>
                <a:close/>
                <a:moveTo>
                  <a:pt x="781050" y="431800"/>
                </a:moveTo>
                <a:cubicBezTo>
                  <a:pt x="781050" y="431800"/>
                  <a:pt x="781050" y="431800"/>
                  <a:pt x="784324" y="431800"/>
                </a:cubicBezTo>
                <a:cubicBezTo>
                  <a:pt x="797421" y="431800"/>
                  <a:pt x="817067" y="441960"/>
                  <a:pt x="826890" y="455507"/>
                </a:cubicBezTo>
                <a:cubicBezTo>
                  <a:pt x="830164" y="458893"/>
                  <a:pt x="833438" y="469053"/>
                  <a:pt x="833438" y="475827"/>
                </a:cubicBezTo>
                <a:cubicBezTo>
                  <a:pt x="830164" y="482600"/>
                  <a:pt x="826890" y="482600"/>
                  <a:pt x="820341" y="482600"/>
                </a:cubicBezTo>
                <a:cubicBezTo>
                  <a:pt x="820341" y="482600"/>
                  <a:pt x="817067" y="482600"/>
                  <a:pt x="817067" y="482600"/>
                </a:cubicBezTo>
                <a:cubicBezTo>
                  <a:pt x="803970" y="482600"/>
                  <a:pt x="797421" y="465667"/>
                  <a:pt x="790873" y="452120"/>
                </a:cubicBezTo>
                <a:cubicBezTo>
                  <a:pt x="787599" y="445347"/>
                  <a:pt x="784324" y="438573"/>
                  <a:pt x="781050" y="431800"/>
                </a:cubicBezTo>
                <a:close/>
                <a:moveTo>
                  <a:pt x="320676" y="415925"/>
                </a:moveTo>
                <a:cubicBezTo>
                  <a:pt x="314062" y="429372"/>
                  <a:pt x="307447" y="439457"/>
                  <a:pt x="300832" y="452905"/>
                </a:cubicBezTo>
                <a:cubicBezTo>
                  <a:pt x="290910" y="469713"/>
                  <a:pt x="287603" y="473075"/>
                  <a:pt x="287603" y="473075"/>
                </a:cubicBezTo>
                <a:cubicBezTo>
                  <a:pt x="284296" y="469713"/>
                  <a:pt x="280988" y="466352"/>
                  <a:pt x="280988" y="456266"/>
                </a:cubicBezTo>
                <a:cubicBezTo>
                  <a:pt x="280988" y="442819"/>
                  <a:pt x="284296" y="436096"/>
                  <a:pt x="287603" y="429372"/>
                </a:cubicBezTo>
                <a:cubicBezTo>
                  <a:pt x="294218" y="422649"/>
                  <a:pt x="307447" y="415925"/>
                  <a:pt x="320676" y="415925"/>
                </a:cubicBezTo>
                <a:close/>
                <a:moveTo>
                  <a:pt x="514259" y="0"/>
                </a:moveTo>
                <a:cubicBezTo>
                  <a:pt x="514259" y="0"/>
                  <a:pt x="514259" y="0"/>
                  <a:pt x="577484" y="0"/>
                </a:cubicBezTo>
                <a:cubicBezTo>
                  <a:pt x="620743" y="152958"/>
                  <a:pt x="667330" y="289290"/>
                  <a:pt x="723900" y="408996"/>
                </a:cubicBezTo>
                <a:cubicBezTo>
                  <a:pt x="677313" y="428947"/>
                  <a:pt x="637381" y="472174"/>
                  <a:pt x="620743" y="492125"/>
                </a:cubicBezTo>
                <a:cubicBezTo>
                  <a:pt x="604105" y="482150"/>
                  <a:pt x="580812" y="475499"/>
                  <a:pt x="557518" y="475499"/>
                </a:cubicBezTo>
                <a:cubicBezTo>
                  <a:pt x="524242" y="472174"/>
                  <a:pt x="497620" y="475499"/>
                  <a:pt x="467672" y="485475"/>
                </a:cubicBezTo>
                <a:cubicBezTo>
                  <a:pt x="451033" y="438922"/>
                  <a:pt x="417757" y="405671"/>
                  <a:pt x="377825" y="385720"/>
                </a:cubicBezTo>
                <a:cubicBezTo>
                  <a:pt x="427740" y="272664"/>
                  <a:pt x="474327" y="146308"/>
                  <a:pt x="514259" y="0"/>
                </a:cubicBezTo>
                <a:close/>
                <a:moveTo>
                  <a:pt x="357017" y="0"/>
                </a:moveTo>
                <a:cubicBezTo>
                  <a:pt x="357017" y="0"/>
                  <a:pt x="357017" y="0"/>
                  <a:pt x="473798" y="0"/>
                </a:cubicBezTo>
                <a:cubicBezTo>
                  <a:pt x="433758" y="143162"/>
                  <a:pt x="390383" y="266347"/>
                  <a:pt x="336997" y="376216"/>
                </a:cubicBezTo>
                <a:cubicBezTo>
                  <a:pt x="333660" y="376216"/>
                  <a:pt x="330324" y="376216"/>
                  <a:pt x="326987" y="376216"/>
                </a:cubicBezTo>
                <a:cubicBezTo>
                  <a:pt x="286948" y="376216"/>
                  <a:pt x="256919" y="392862"/>
                  <a:pt x="246909" y="422827"/>
                </a:cubicBezTo>
                <a:cubicBezTo>
                  <a:pt x="236899" y="449461"/>
                  <a:pt x="236899" y="482755"/>
                  <a:pt x="260255" y="502731"/>
                </a:cubicBezTo>
                <a:cubicBezTo>
                  <a:pt x="266928" y="509389"/>
                  <a:pt x="276938" y="512719"/>
                  <a:pt x="283611" y="512719"/>
                </a:cubicBezTo>
                <a:cubicBezTo>
                  <a:pt x="306968" y="512719"/>
                  <a:pt x="326987" y="486084"/>
                  <a:pt x="333660" y="476096"/>
                </a:cubicBezTo>
                <a:cubicBezTo>
                  <a:pt x="333660" y="472767"/>
                  <a:pt x="336997" y="472767"/>
                  <a:pt x="336997" y="472767"/>
                </a:cubicBezTo>
                <a:cubicBezTo>
                  <a:pt x="343670" y="456120"/>
                  <a:pt x="353680" y="439473"/>
                  <a:pt x="360353" y="422827"/>
                </a:cubicBezTo>
                <a:cubicBezTo>
                  <a:pt x="400392" y="436144"/>
                  <a:pt x="420412" y="479425"/>
                  <a:pt x="433758" y="506060"/>
                </a:cubicBezTo>
                <a:cubicBezTo>
                  <a:pt x="427085" y="509389"/>
                  <a:pt x="423749" y="512719"/>
                  <a:pt x="420412" y="516048"/>
                </a:cubicBezTo>
                <a:cubicBezTo>
                  <a:pt x="407066" y="522707"/>
                  <a:pt x="377036" y="549342"/>
                  <a:pt x="373700" y="582635"/>
                </a:cubicBezTo>
                <a:cubicBezTo>
                  <a:pt x="370363" y="599282"/>
                  <a:pt x="377036" y="615928"/>
                  <a:pt x="390383" y="629246"/>
                </a:cubicBezTo>
                <a:cubicBezTo>
                  <a:pt x="397056" y="635904"/>
                  <a:pt x="407066" y="639234"/>
                  <a:pt x="420412" y="639234"/>
                </a:cubicBezTo>
                <a:cubicBezTo>
                  <a:pt x="430422" y="639234"/>
                  <a:pt x="443768" y="635904"/>
                  <a:pt x="453778" y="629246"/>
                </a:cubicBezTo>
                <a:cubicBezTo>
                  <a:pt x="477134" y="609270"/>
                  <a:pt x="487144" y="582635"/>
                  <a:pt x="483807" y="549342"/>
                </a:cubicBezTo>
                <a:cubicBezTo>
                  <a:pt x="480471" y="542683"/>
                  <a:pt x="480471" y="532695"/>
                  <a:pt x="477134" y="526036"/>
                </a:cubicBezTo>
                <a:cubicBezTo>
                  <a:pt x="483807" y="522707"/>
                  <a:pt x="487144" y="522707"/>
                  <a:pt x="490481" y="519377"/>
                </a:cubicBezTo>
                <a:cubicBezTo>
                  <a:pt x="513837" y="512719"/>
                  <a:pt x="543866" y="509389"/>
                  <a:pt x="577232" y="516048"/>
                </a:cubicBezTo>
                <a:cubicBezTo>
                  <a:pt x="583906" y="519377"/>
                  <a:pt x="587242" y="519377"/>
                  <a:pt x="593915" y="522707"/>
                </a:cubicBezTo>
                <a:cubicBezTo>
                  <a:pt x="593915" y="522707"/>
                  <a:pt x="590579" y="526036"/>
                  <a:pt x="590579" y="526036"/>
                </a:cubicBezTo>
                <a:cubicBezTo>
                  <a:pt x="570559" y="549342"/>
                  <a:pt x="547203" y="582635"/>
                  <a:pt x="550540" y="612599"/>
                </a:cubicBezTo>
                <a:cubicBezTo>
                  <a:pt x="550540" y="625916"/>
                  <a:pt x="557213" y="635904"/>
                  <a:pt x="570559" y="645892"/>
                </a:cubicBezTo>
                <a:cubicBezTo>
                  <a:pt x="593915" y="662539"/>
                  <a:pt x="617272" y="655880"/>
                  <a:pt x="637291" y="635904"/>
                </a:cubicBezTo>
                <a:cubicBezTo>
                  <a:pt x="657311" y="612599"/>
                  <a:pt x="667321" y="579306"/>
                  <a:pt x="663984" y="556000"/>
                </a:cubicBezTo>
                <a:cubicBezTo>
                  <a:pt x="663984" y="542683"/>
                  <a:pt x="657311" y="529365"/>
                  <a:pt x="650638" y="519377"/>
                </a:cubicBezTo>
                <a:cubicBezTo>
                  <a:pt x="677330" y="486084"/>
                  <a:pt x="710696" y="459449"/>
                  <a:pt x="740726" y="446132"/>
                </a:cubicBezTo>
                <a:cubicBezTo>
                  <a:pt x="747399" y="452791"/>
                  <a:pt x="750736" y="462779"/>
                  <a:pt x="754072" y="472767"/>
                </a:cubicBezTo>
                <a:cubicBezTo>
                  <a:pt x="767419" y="496072"/>
                  <a:pt x="790775" y="522707"/>
                  <a:pt x="820804" y="522707"/>
                </a:cubicBezTo>
                <a:cubicBezTo>
                  <a:pt x="830814" y="522707"/>
                  <a:pt x="840824" y="519377"/>
                  <a:pt x="850834" y="512719"/>
                </a:cubicBezTo>
                <a:cubicBezTo>
                  <a:pt x="864180" y="506060"/>
                  <a:pt x="870853" y="492743"/>
                  <a:pt x="874190" y="479425"/>
                </a:cubicBezTo>
                <a:cubicBezTo>
                  <a:pt x="874190" y="456120"/>
                  <a:pt x="860843" y="432815"/>
                  <a:pt x="844160" y="416168"/>
                </a:cubicBezTo>
                <a:cubicBezTo>
                  <a:pt x="820804" y="396192"/>
                  <a:pt x="794111" y="389533"/>
                  <a:pt x="760745" y="396192"/>
                </a:cubicBezTo>
                <a:cubicBezTo>
                  <a:pt x="707360" y="279665"/>
                  <a:pt x="660647" y="149821"/>
                  <a:pt x="617272" y="0"/>
                </a:cubicBezTo>
                <a:cubicBezTo>
                  <a:pt x="617272" y="0"/>
                  <a:pt x="617272" y="0"/>
                  <a:pt x="757409" y="0"/>
                </a:cubicBezTo>
                <a:cubicBezTo>
                  <a:pt x="774092" y="0"/>
                  <a:pt x="790775" y="13317"/>
                  <a:pt x="790775" y="33294"/>
                </a:cubicBezTo>
                <a:cubicBezTo>
                  <a:pt x="790775" y="33294"/>
                  <a:pt x="790775" y="33294"/>
                  <a:pt x="790775" y="139832"/>
                </a:cubicBezTo>
                <a:cubicBezTo>
                  <a:pt x="980961" y="226395"/>
                  <a:pt x="1114425" y="419497"/>
                  <a:pt x="1114425" y="642563"/>
                </a:cubicBezTo>
                <a:cubicBezTo>
                  <a:pt x="1114425" y="948863"/>
                  <a:pt x="864180" y="1198563"/>
                  <a:pt x="557213" y="1198563"/>
                </a:cubicBezTo>
                <a:cubicBezTo>
                  <a:pt x="250245" y="1198563"/>
                  <a:pt x="0" y="952192"/>
                  <a:pt x="0" y="645892"/>
                </a:cubicBezTo>
                <a:cubicBezTo>
                  <a:pt x="0" y="422827"/>
                  <a:pt x="133464" y="229725"/>
                  <a:pt x="323651" y="139832"/>
                </a:cubicBezTo>
                <a:cubicBezTo>
                  <a:pt x="323651" y="139832"/>
                  <a:pt x="323651" y="139832"/>
                  <a:pt x="323651" y="33294"/>
                </a:cubicBezTo>
                <a:cubicBezTo>
                  <a:pt x="323651" y="13317"/>
                  <a:pt x="336997" y="0"/>
                  <a:pt x="357017" y="0"/>
                </a:cubicBezTo>
                <a:close/>
              </a:path>
            </a:pathLst>
          </a:custGeom>
          <a:solidFill>
            <a:srgbClr val="FABF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3464628" y="-35936"/>
            <a:ext cx="1093082" cy="3234842"/>
            <a:chOff x="7556952" y="1"/>
            <a:chExt cx="1093082" cy="3234842"/>
          </a:xfrm>
        </p:grpSpPr>
        <p:sp>
          <p:nvSpPr>
            <p:cNvPr id="43" name="稻壳儿春秋广告/盗版必究        原创来源：http://chn.docer.com/works?userid=199329941#!/work_time"/>
            <p:cNvSpPr/>
            <p:nvPr/>
          </p:nvSpPr>
          <p:spPr bwMode="auto">
            <a:xfrm>
              <a:off x="7960982" y="2027550"/>
              <a:ext cx="298022" cy="246221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4" name="稻壳儿春秋广告/盗版必究        原创来源：http://chn.docer.com/works?userid=199329941#!/work_time"/>
            <p:cNvSpPr/>
            <p:nvPr/>
          </p:nvSpPr>
          <p:spPr bwMode="auto">
            <a:xfrm>
              <a:off x="7613957" y="2424783"/>
              <a:ext cx="124009" cy="9400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5" name="稻壳儿春秋广告/盗版必究        原创来源：http://chn.docer.com/works?userid=199329941#!/work_time"/>
            <p:cNvSpPr/>
            <p:nvPr/>
          </p:nvSpPr>
          <p:spPr bwMode="auto">
            <a:xfrm>
              <a:off x="8482021" y="2422782"/>
              <a:ext cx="124009" cy="9400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6" name="稻壳儿春秋广告/盗版必究        原创来源：http://chn.docer.com/works?userid=199329941#!/work_time"/>
            <p:cNvSpPr/>
            <p:nvPr/>
          </p:nvSpPr>
          <p:spPr bwMode="auto">
            <a:xfrm>
              <a:off x="7556952" y="2756807"/>
              <a:ext cx="143011" cy="75006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7" name="稻壳儿春秋广告/盗版必究        原创来源：http://chn.docer.com/works?userid=199329941#!/work_time"/>
            <p:cNvSpPr/>
            <p:nvPr/>
          </p:nvSpPr>
          <p:spPr bwMode="auto">
            <a:xfrm>
              <a:off x="8520024" y="2751807"/>
              <a:ext cx="130010" cy="7600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8" name="稻壳儿春秋广告/盗版必究        原创来源：http://chn.docer.com/works?userid=199329941#!/work_time"/>
            <p:cNvSpPr/>
            <p:nvPr/>
          </p:nvSpPr>
          <p:spPr bwMode="auto">
            <a:xfrm>
              <a:off x="7750966" y="3005826"/>
              <a:ext cx="109008" cy="120009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9" name="稻壳儿春秋广告/盗版必究        原创来源：http://chn.docer.com/works?userid=199329941#!/work_time"/>
            <p:cNvSpPr/>
            <p:nvPr/>
          </p:nvSpPr>
          <p:spPr bwMode="auto">
            <a:xfrm>
              <a:off x="8364013" y="3007826"/>
              <a:ext cx="105008" cy="118009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0" name="稻壳儿春秋广告/盗版必究        原创来源：http://chn.docer.com/works?userid=199329941#!/work_time"/>
            <p:cNvSpPr/>
            <p:nvPr/>
          </p:nvSpPr>
          <p:spPr bwMode="auto">
            <a:xfrm>
              <a:off x="8082991" y="3106833"/>
              <a:ext cx="54004" cy="128010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1" name="稻壳儿春秋广告/盗版必究        原创来源：http://chn.docer.com/works?userid=199329941#!/work_time"/>
            <p:cNvSpPr/>
            <p:nvPr/>
          </p:nvSpPr>
          <p:spPr bwMode="auto">
            <a:xfrm>
              <a:off x="7758967" y="2288772"/>
              <a:ext cx="702052" cy="755057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3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8098618" y="1"/>
              <a:ext cx="22750" cy="20385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942377" y="0"/>
            <a:ext cx="1554099" cy="3936235"/>
            <a:chOff x="942377" y="0"/>
            <a:chExt cx="1554099" cy="3936235"/>
          </a:xfrm>
        </p:grpSpPr>
        <p:sp>
          <p:nvSpPr>
            <p:cNvPr id="32" name="稻壳儿春秋广告/盗版必究        原创来源：http://chn.docer.com/works?userid=199329941#!/work_time"/>
            <p:cNvSpPr/>
            <p:nvPr/>
          </p:nvSpPr>
          <p:spPr bwMode="auto">
            <a:xfrm>
              <a:off x="1516810" y="2219755"/>
              <a:ext cx="423716" cy="350066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3" name="稻壳儿春秋广告/盗版必究        原创来源：http://chn.docer.com/works?userid=199329941#!/work_time"/>
            <p:cNvSpPr/>
            <p:nvPr/>
          </p:nvSpPr>
          <p:spPr bwMode="auto">
            <a:xfrm>
              <a:off x="1023424" y="2784524"/>
              <a:ext cx="176311" cy="133655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4" name="稻壳儿春秋广告/盗版必究        原创来源：http://chn.docer.com/works?userid=199329941#!/work_time"/>
            <p:cNvSpPr/>
            <p:nvPr/>
          </p:nvSpPr>
          <p:spPr bwMode="auto">
            <a:xfrm>
              <a:off x="2257603" y="2781680"/>
              <a:ext cx="176311" cy="133655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5" name="稻壳儿春秋广告/盗版必究        原创来源：http://chn.docer.com/works?userid=199329941#!/work_time"/>
            <p:cNvSpPr/>
            <p:nvPr/>
          </p:nvSpPr>
          <p:spPr bwMode="auto">
            <a:xfrm>
              <a:off x="942377" y="3256583"/>
              <a:ext cx="203327" cy="106640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6" name="稻壳儿春秋广告/盗版必究        原创来源：http://chn.docer.com/works?userid=199329941#!/work_time"/>
            <p:cNvSpPr/>
            <p:nvPr/>
          </p:nvSpPr>
          <p:spPr bwMode="auto">
            <a:xfrm>
              <a:off x="2311634" y="3249474"/>
              <a:ext cx="184842" cy="108062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7" name="稻壳儿春秋广告/盗版必究        原创来源：http://chn.docer.com/works?userid=199329941#!/work_time"/>
            <p:cNvSpPr/>
            <p:nvPr/>
          </p:nvSpPr>
          <p:spPr bwMode="auto">
            <a:xfrm>
              <a:off x="1218219" y="3610627"/>
              <a:ext cx="154984" cy="170624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8" name="稻壳儿春秋广告/盗版必究        原创来源：http://chn.docer.com/works?userid=199329941#!/work_time"/>
            <p:cNvSpPr/>
            <p:nvPr/>
          </p:nvSpPr>
          <p:spPr bwMode="auto">
            <a:xfrm>
              <a:off x="2089823" y="3613471"/>
              <a:ext cx="149296" cy="167780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9" name="稻壳儿春秋广告/盗版必究        原创来源：http://chn.docer.com/works?userid=199329941#!/work_time"/>
            <p:cNvSpPr/>
            <p:nvPr/>
          </p:nvSpPr>
          <p:spPr bwMode="auto">
            <a:xfrm>
              <a:off x="1690278" y="3754236"/>
              <a:ext cx="76781" cy="181999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0" name="稻壳儿春秋广告/盗版必究        原创来源：http://chn.docer.com/works?userid=199329941#!/work_time"/>
            <p:cNvSpPr/>
            <p:nvPr/>
          </p:nvSpPr>
          <p:spPr bwMode="auto">
            <a:xfrm>
              <a:off x="1229594" y="2591150"/>
              <a:ext cx="998149" cy="1073509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1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1717294" y="0"/>
              <a:ext cx="22750" cy="22470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4" name="稻壳儿春秋广告/盗版必究        原创来源：http://chn.docer.com/works?userid=199329941#!/work_time"/>
          <p:cNvSpPr>
            <a:spLocks noChangeArrowheads="1"/>
          </p:cNvSpPr>
          <p:nvPr/>
        </p:nvSpPr>
        <p:spPr bwMode="auto">
          <a:xfrm>
            <a:off x="10298358" y="-35936"/>
            <a:ext cx="25400" cy="319753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5" name="稻壳儿春秋广告/盗版必究        原创来源：http://chn.docer.com/works?userid=199329941#!/work_time"/>
          <p:cNvSpPr txBox="1"/>
          <p:nvPr/>
        </p:nvSpPr>
        <p:spPr>
          <a:xfrm flipH="1">
            <a:off x="4323049" y="4249700"/>
            <a:ext cx="354590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Why Keycloak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ABF24"/>
              </a:solidFill>
              <a:effectLst/>
              <a:uLnTx/>
              <a:uFillTx/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  <a:sym typeface="+mn-lt"/>
            </a:endParaRPr>
          </a:p>
        </p:txBody>
      </p:sp>
      <p:sp>
        <p:nvSpPr>
          <p:cNvPr id="56" name="稻壳儿春秋广告/盗版必究        原创来源：http://chn.docer.com/works?userid=199329941#!/work_time"/>
          <p:cNvSpPr txBox="1"/>
          <p:nvPr/>
        </p:nvSpPr>
        <p:spPr>
          <a:xfrm flipH="1">
            <a:off x="5141503" y="3357536"/>
            <a:ext cx="190899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ABF24"/>
                </a:solidFill>
                <a:effectLst/>
                <a:uLnTx/>
                <a:uFillTx/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Part 4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ABF24"/>
              </a:solidFill>
              <a:effectLst/>
              <a:uLnTx/>
              <a:uFillTx/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  <a:sym typeface="+mn-lt"/>
            </a:endParaRPr>
          </a:p>
        </p:txBody>
      </p:sp>
      <p:cxnSp>
        <p:nvCxnSpPr>
          <p:cNvPr id="57" name="稻壳儿春秋广告/盗版必究        原创来源：http://chn.docer.com/works?userid=199329941#!/work_time"/>
          <p:cNvCxnSpPr/>
          <p:nvPr/>
        </p:nvCxnSpPr>
        <p:spPr>
          <a:xfrm>
            <a:off x="5968645" y="4158987"/>
            <a:ext cx="254711" cy="0"/>
          </a:xfrm>
          <a:prstGeom prst="line">
            <a:avLst/>
          </a:prstGeom>
          <a:ln w="28575">
            <a:solidFill>
              <a:srgbClr val="FAB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240" y="0"/>
            <a:ext cx="7081520" cy="6858000"/>
          </a:xfrm>
          <a:prstGeom prst="rect">
            <a:avLst/>
          </a:prstGeom>
        </p:spPr>
      </p:pic>
      <p:sp>
        <p:nvSpPr>
          <p:cNvPr id="7" name="稻壳儿春秋广告/盗版必究        原创来源：http://chn.docer.com/works?userid=199329941#!/work_time"/>
          <p:cNvSpPr txBox="1"/>
          <p:nvPr/>
        </p:nvSpPr>
        <p:spPr>
          <a:xfrm flipH="1">
            <a:off x="0" y="116840"/>
            <a:ext cx="25546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Why Keycloak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ABF24"/>
              </a:solidFill>
              <a:effectLst/>
              <a:uLnTx/>
              <a:uFillTx/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  <a:sym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春秋广告/盗版必究        原创来源：http://chn.docer.com/works?userid=199329941#!/work_time"/>
          <p:cNvSpPr txBox="1"/>
          <p:nvPr/>
        </p:nvSpPr>
        <p:spPr>
          <a:xfrm flipH="1">
            <a:off x="4819015" y="116840"/>
            <a:ext cx="25546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Why Keycloak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ABF24"/>
              </a:solidFill>
              <a:effectLst/>
              <a:uLnTx/>
              <a:uFillTx/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  <a:sym typeface="+mn-lt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1311275"/>
            <a:ext cx="12190730" cy="3258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Strengths</a:t>
            </a: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Source – </a:t>
            </a: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fully free to use with access to the entire codebase.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Highly Customizable – </a:t>
            </a: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supports deep customization through SPIs, themes, custom authentication flows, and extensions.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Authorization Capabilities – robust support for fine-grained authorization, including policies, resource-based permissions, and UMA.</a:t>
            </a: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Self-Hosted – </a:t>
            </a: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control over data, security, and deployment (on-prem or any cloud).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Community –</a:t>
            </a: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active global community, extensive ecosystem</a:t>
            </a:r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Frequent Updates –</a:t>
            </a: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regularly updated with new features, security patches, and improvements.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Weaknesses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Maintenance Effort</a:t>
            </a: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requires operational work for upgrades, scaling, backups, and monitoring.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 UI and Documentation</a:t>
            </a: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certain parts of the admin UI and documentation can be difficult to follow for newcomers.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Gaps for Specific Projects</a:t>
            </a:r>
            <a:r>
              <a:rPr lang="en-US" alt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some advanced scenarios require overriding default behavior or implementing custom extensions.</a:t>
            </a:r>
            <a:endParaRPr lang="en-US" alt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春秋广告/盗版必究        原创来源：http://chn.docer.com/works?userid=199329941#!/work_time"/>
          <p:cNvSpPr txBox="1"/>
          <p:nvPr/>
        </p:nvSpPr>
        <p:spPr>
          <a:xfrm flipH="1">
            <a:off x="4819015" y="116840"/>
            <a:ext cx="25546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ABF24"/>
                </a:solidFill>
                <a:latin typeface="Arial Black" panose="020B0A04020102020204" charset="0"/>
                <a:ea typeface="Microsoft YaHei" panose="020B0503020204020204" pitchFamily="34" charset="-122"/>
                <a:cs typeface="Arial Black" panose="020B0A04020102020204" charset="0"/>
                <a:sym typeface="+mn-lt"/>
              </a:rPr>
              <a:t>Extras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ABF24"/>
              </a:solidFill>
              <a:effectLst/>
              <a:uLnTx/>
              <a:uFillTx/>
              <a:latin typeface="Arial Black" panose="020B0A04020102020204" charset="0"/>
              <a:ea typeface="Microsoft YaHei" panose="020B0503020204020204" pitchFamily="34" charset="-122"/>
              <a:cs typeface="Arial Black" panose="020B0A04020102020204" charset="0"/>
              <a:sym typeface="+mn-lt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852420" y="1311275"/>
            <a:ext cx="6485890" cy="3258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" tooltip="" action="ppaction://hlinkfile">
                  <a:extLst>
                    <a:ext uri="{DAF060AB-1E55-43B9-8AAB-6FB025537F2F}">
                      <wpsdc:hlinkClr xmlns:wpsdc="http://www.wps.cn/officeDocument/2017/drawingmlCustomData" val="FABF24"/>
                      <wpsdc:folHlinkClr xmlns:wpsdc="http://www.wps.cn/officeDocument/2017/drawingmlCustomData" val="FABF24"/>
                      <wpsdc:hlinkUnderline xmlns:wpsdc="http://www.wps.cn/officeDocument/2017/drawingmlCustomData" val="1"/>
                    </a:ext>
                  </a:extLst>
                </a:hlinkClick>
              </a:rPr>
              <a:t>PhaseTwo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alt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implementation over Keycloak with </a:t>
            </a:r>
            <a:r>
              <a:rPr lang="en-US" alt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new </a:t>
            </a:r>
            <a:r>
              <a:rPr lang="en-US" alt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open source features</a:t>
            </a:r>
            <a:endParaRPr lang="en-US" alt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 tooltip="" action="ppaction://hlinkfile">
                  <a:extLst>
                    <a:ext uri="{DAF060AB-1E55-43B9-8AAB-6FB025537F2F}">
                      <wpsdc:hlinkClr xmlns:wpsdc="http://www.wps.cn/officeDocument/2017/drawingmlCustomData" val="FABF24"/>
                      <wpsdc:folHlinkClr xmlns:wpsdc="http://www.wps.cn/officeDocument/2017/drawingmlCustomData" val="FABF24"/>
                      <wpsdc:hlinkUnderline xmlns:wpsdc="http://www.wps.cn/officeDocument/2017/drawingmlCustomData" val="1"/>
                    </a:ext>
                  </a:extLst>
                </a:hlinkClick>
              </a:rPr>
              <a:t>UMA Specification</a:t>
            </a:r>
            <a:b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 tooltip="" action="ppaction://hlinkfile">
                  <a:extLst>
                    <a:ext uri="{DAF060AB-1E55-43B9-8AAB-6FB025537F2F}">
                      <wpsdc:hlinkClr xmlns:wpsdc="http://www.wps.cn/officeDocument/2017/drawingmlCustomData" val="FABF24"/>
                      <wpsdc:folHlinkClr xmlns:wpsdc="http://www.wps.cn/officeDocument/2017/drawingmlCustomData" val="FABF24"/>
                      <wpsdc:hlinkUnderline xmlns:wpsdc="http://www.wps.cn/officeDocument/2017/drawingmlCustomData" val="1"/>
                    </a:ext>
                  </a:extLst>
                </a:hlinkClick>
              </a:rPr>
              <a:t>UMA Specification 2</a:t>
            </a:r>
            <a:endParaRPr lang="en-US" alt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hlinkClick r:id="rId3" tooltip="" action="ppaction://hlinkfile">
                <a:extLst>
                  <a:ext uri="{DAF060AB-1E55-43B9-8AAB-6FB025537F2F}">
                    <wpsdc:hlinkClr xmlns:wpsdc="http://www.wps.cn/officeDocument/2017/drawingmlCustomData" val="FABF24"/>
                    <wpsdc:folHlinkClr xmlns:wpsdc="http://www.wps.cn/officeDocument/2017/drawingmlCustomData" val="FABF24"/>
                    <wpsdc:hlinkUnderline xmlns:wpsdc="http://www.wps.cn/officeDocument/2017/drawingmlCustomData" val="1"/>
                  </a:ext>
                </a:extLst>
              </a:hlinkClick>
            </a:endParaRPr>
          </a:p>
          <a:p>
            <a:pPr algn="l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 tooltip="" action="ppaction://hlinkfile">
                  <a:extLst>
                    <a:ext uri="{DAF060AB-1E55-43B9-8AAB-6FB025537F2F}">
                      <wpsdc:hlinkClr xmlns:wpsdc="http://www.wps.cn/officeDocument/2017/drawingmlCustomData" val="FABF24"/>
                      <wpsdc:folHlinkClr xmlns:wpsdc="http://www.wps.cn/officeDocument/2017/drawingmlCustomData" val="FABF24"/>
                      <wpsdc:hlinkUnderline xmlns:wpsdc="http://www.wps.cn/officeDocument/2017/drawingmlCustomData" val="1"/>
                    </a:ext>
                  </a:extLst>
                </a:hlinkClick>
              </a:rPr>
              <a:t>Extensions Demo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alt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Niko Köbler</a:t>
            </a:r>
            <a:b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 tooltip="" action="ppaction://hlinkfile">
                  <a:extLst>
                    <a:ext uri="{DAF060AB-1E55-43B9-8AAB-6FB025537F2F}">
                      <wpsdc:hlinkClr xmlns:wpsdc="http://www.wps.cn/officeDocument/2017/drawingmlCustomData" val="FABF24"/>
                      <wpsdc:folHlinkClr xmlns:wpsdc="http://www.wps.cn/officeDocument/2017/drawingmlCustomData" val="FABF24"/>
                      <wpsdc:hlinkUnderline xmlns:wpsdc="http://www.wps.cn/officeDocument/2017/drawingmlCustomData" val="1"/>
                    </a:ext>
                  </a:extLst>
                </a:hlinkClick>
              </a:rPr>
              <a:t>Keycloak Tutorials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alt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Niko Köbler</a:t>
            </a:r>
            <a:br>
              <a:rPr lang="en-US" alt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  <a:hlinkClick r:id="rId6" tooltip="" action="ppaction://hlinkfile">
                  <a:extLst>
                    <a:ext uri="{DAF060AB-1E55-43B9-8AAB-6FB025537F2F}">
                      <wpsdc:hlinkClr xmlns:wpsdc="http://www.wps.cn/officeDocument/2017/drawingmlCustomData" val="FABF24"/>
                      <wpsdc:folHlinkClr xmlns:wpsdc="http://www.wps.cn/officeDocument/2017/drawingmlCustomData" val="FABF24"/>
                      <wpsdc:hlinkUnderline xmlns:wpsdc="http://www.wps.cn/officeDocument/2017/drawingmlCustomData" val="1"/>
                    </a:ext>
                  </a:extLst>
                </a:hlinkClick>
              </a:rPr>
              <a:t>Keycloak REST API</a:t>
            </a:r>
            <a:endParaRPr lang="en-US" alt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5219702" y="0"/>
            <a:ext cx="1735138" cy="3697288"/>
            <a:chOff x="5219702" y="0"/>
            <a:chExt cx="1735138" cy="3697288"/>
          </a:xfrm>
        </p:grpSpPr>
        <p:sp>
          <p:nvSpPr>
            <p:cNvPr id="26" name="稻壳儿春秋广告/盗版必究        原创来源：http://chn.docer.com/works?userid=199329941#!/work_time"/>
            <p:cNvSpPr/>
            <p:nvPr/>
          </p:nvSpPr>
          <p:spPr bwMode="auto">
            <a:xfrm>
              <a:off x="5861052" y="1780854"/>
              <a:ext cx="473075" cy="390846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稻壳儿春秋广告/盗版必究        原创来源：http://chn.docer.com/works?userid=199329941#!/work_time"/>
            <p:cNvSpPr/>
            <p:nvPr/>
          </p:nvSpPr>
          <p:spPr bwMode="auto">
            <a:xfrm>
              <a:off x="5310190" y="2411413"/>
              <a:ext cx="196850" cy="149225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稻壳儿春秋广告/盗版必究        原创来源：http://chn.docer.com/works?userid=199329941#!/work_time"/>
            <p:cNvSpPr/>
            <p:nvPr/>
          </p:nvSpPr>
          <p:spPr bwMode="auto">
            <a:xfrm>
              <a:off x="6688140" y="2408238"/>
              <a:ext cx="196850" cy="149225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稻壳儿春秋广告/盗版必究        原创来源：http://chn.docer.com/works?userid=199329941#!/work_time"/>
            <p:cNvSpPr/>
            <p:nvPr/>
          </p:nvSpPr>
          <p:spPr bwMode="auto">
            <a:xfrm>
              <a:off x="5219702" y="2938463"/>
              <a:ext cx="227013" cy="119063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" name="稻壳儿春秋广告/盗版必究        原创来源：http://chn.docer.com/works?userid=199329941#!/work_time"/>
            <p:cNvSpPr/>
            <p:nvPr/>
          </p:nvSpPr>
          <p:spPr bwMode="auto">
            <a:xfrm>
              <a:off x="6748465" y="2930525"/>
              <a:ext cx="206375" cy="120650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5" name="稻壳儿春秋广告/盗版必究        原创来源：http://chn.docer.com/works?userid=199329941#!/work_time"/>
            <p:cNvSpPr/>
            <p:nvPr/>
          </p:nvSpPr>
          <p:spPr bwMode="auto">
            <a:xfrm>
              <a:off x="5527677" y="3333750"/>
              <a:ext cx="173038" cy="190500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" name="稻壳儿春秋广告/盗版必究        原创来源：http://chn.docer.com/works?userid=199329941#!/work_time"/>
            <p:cNvSpPr/>
            <p:nvPr/>
          </p:nvSpPr>
          <p:spPr bwMode="auto">
            <a:xfrm>
              <a:off x="6500815" y="3336925"/>
              <a:ext cx="166688" cy="187325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7" name="稻壳儿春秋广告/盗版必究        原创来源：http://chn.docer.com/works?userid=199329941#!/work_time"/>
            <p:cNvSpPr/>
            <p:nvPr/>
          </p:nvSpPr>
          <p:spPr bwMode="auto">
            <a:xfrm>
              <a:off x="6054727" y="3494088"/>
              <a:ext cx="85725" cy="203200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稻壳儿春秋广告/盗版必究        原创来源：http://chn.docer.com/works?userid=199329941#!/work_time"/>
            <p:cNvSpPr/>
            <p:nvPr/>
          </p:nvSpPr>
          <p:spPr bwMode="auto">
            <a:xfrm>
              <a:off x="5540377" y="2195513"/>
              <a:ext cx="1114425" cy="1198563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4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6084890" y="0"/>
              <a:ext cx="25400" cy="1811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7" name="稻壳儿春秋广告/盗版必究        原创来源：http://chn.docer.com/works?userid=199329941#!/work_time"/>
          <p:cNvSpPr txBox="1"/>
          <p:nvPr/>
        </p:nvSpPr>
        <p:spPr>
          <a:xfrm>
            <a:off x="2209800" y="4195763"/>
            <a:ext cx="7772400" cy="977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20000"/>
              </a:lnSpc>
              <a:defRPr/>
            </a:pPr>
            <a:r>
              <a:rPr lang="en-US" altLang="zh-CN" sz="4800" dirty="0">
                <a:solidFill>
                  <a:srgbClr val="FABF2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Thanks Team</a:t>
            </a:r>
            <a:r>
              <a:rPr lang="en-US" altLang="zh-CN" sz="48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en-US" altLang="zh-CN" sz="48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7703256" y="1"/>
            <a:ext cx="1093082" cy="3234842"/>
            <a:chOff x="7556952" y="1"/>
            <a:chExt cx="1093082" cy="3234842"/>
          </a:xfrm>
        </p:grpSpPr>
        <p:sp>
          <p:nvSpPr>
            <p:cNvPr id="43" name="稻壳儿春秋广告/盗版必究        原创来源：http://chn.docer.com/works?userid=199329941#!/work_time"/>
            <p:cNvSpPr/>
            <p:nvPr/>
          </p:nvSpPr>
          <p:spPr bwMode="auto">
            <a:xfrm>
              <a:off x="7960982" y="2027550"/>
              <a:ext cx="298022" cy="246221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4" name="稻壳儿春秋广告/盗版必究        原创来源：http://chn.docer.com/works?userid=199329941#!/work_time"/>
            <p:cNvSpPr/>
            <p:nvPr/>
          </p:nvSpPr>
          <p:spPr bwMode="auto">
            <a:xfrm>
              <a:off x="7613957" y="2424783"/>
              <a:ext cx="124009" cy="94007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5" name="稻壳儿春秋广告/盗版必究        原创来源：http://chn.docer.com/works?userid=199329941#!/work_time"/>
            <p:cNvSpPr/>
            <p:nvPr/>
          </p:nvSpPr>
          <p:spPr bwMode="auto">
            <a:xfrm>
              <a:off x="8482021" y="2422782"/>
              <a:ext cx="124009" cy="94007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6" name="稻壳儿春秋广告/盗版必究        原创来源：http://chn.docer.com/works?userid=199329941#!/work_time"/>
            <p:cNvSpPr/>
            <p:nvPr/>
          </p:nvSpPr>
          <p:spPr bwMode="auto">
            <a:xfrm>
              <a:off x="7556952" y="2756807"/>
              <a:ext cx="143011" cy="75006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7" name="稻壳儿春秋广告/盗版必究        原创来源：http://chn.docer.com/works?userid=199329941#!/work_time"/>
            <p:cNvSpPr/>
            <p:nvPr/>
          </p:nvSpPr>
          <p:spPr bwMode="auto">
            <a:xfrm>
              <a:off x="8520024" y="2751807"/>
              <a:ext cx="130010" cy="76006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8" name="稻壳儿春秋广告/盗版必究        原创来源：http://chn.docer.com/works?userid=199329941#!/work_time"/>
            <p:cNvSpPr/>
            <p:nvPr/>
          </p:nvSpPr>
          <p:spPr bwMode="auto">
            <a:xfrm>
              <a:off x="7750966" y="3005826"/>
              <a:ext cx="109008" cy="120009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9" name="稻壳儿春秋广告/盗版必究        原创来源：http://chn.docer.com/works?userid=199329941#!/work_time"/>
            <p:cNvSpPr/>
            <p:nvPr/>
          </p:nvSpPr>
          <p:spPr bwMode="auto">
            <a:xfrm>
              <a:off x="8364013" y="3007826"/>
              <a:ext cx="105008" cy="118009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0" name="稻壳儿春秋广告/盗版必究        原创来源：http://chn.docer.com/works?userid=199329941#!/work_time"/>
            <p:cNvSpPr/>
            <p:nvPr/>
          </p:nvSpPr>
          <p:spPr bwMode="auto">
            <a:xfrm>
              <a:off x="8082991" y="3106833"/>
              <a:ext cx="54004" cy="128010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1" name="稻壳儿春秋广告/盗版必究        原创来源：http://chn.docer.com/works?userid=199329941#!/work_time"/>
            <p:cNvSpPr/>
            <p:nvPr/>
          </p:nvSpPr>
          <p:spPr bwMode="auto">
            <a:xfrm>
              <a:off x="7758967" y="2288772"/>
              <a:ext cx="702052" cy="755057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3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8098618" y="1"/>
              <a:ext cx="22750" cy="20385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2858262" y="0"/>
            <a:ext cx="1554099" cy="2539871"/>
            <a:chOff x="2858262" y="-42234"/>
            <a:chExt cx="1554099" cy="2539871"/>
          </a:xfrm>
        </p:grpSpPr>
        <p:sp>
          <p:nvSpPr>
            <p:cNvPr id="32" name="稻壳儿春秋广告/盗版必究        原创来源：http://chn.docer.com/works?userid=199329941#!/work_time"/>
            <p:cNvSpPr/>
            <p:nvPr/>
          </p:nvSpPr>
          <p:spPr bwMode="auto">
            <a:xfrm>
              <a:off x="3432695" y="781157"/>
              <a:ext cx="423716" cy="350066"/>
            </a:xfrm>
            <a:custGeom>
              <a:avLst/>
              <a:gdLst>
                <a:gd name="connsiteX0" fmla="*/ 29984 w 473075"/>
                <a:gd name="connsiteY0" fmla="*/ 320996 h 390846"/>
                <a:gd name="connsiteX1" fmla="*/ 443092 w 473075"/>
                <a:gd name="connsiteY1" fmla="*/ 320996 h 390846"/>
                <a:gd name="connsiteX2" fmla="*/ 473075 w 473075"/>
                <a:gd name="connsiteY2" fmla="*/ 357584 h 390846"/>
                <a:gd name="connsiteX3" fmla="*/ 443092 w 473075"/>
                <a:gd name="connsiteY3" fmla="*/ 390846 h 390846"/>
                <a:gd name="connsiteX4" fmla="*/ 29984 w 473075"/>
                <a:gd name="connsiteY4" fmla="*/ 390846 h 390846"/>
                <a:gd name="connsiteX5" fmla="*/ 0 w 473075"/>
                <a:gd name="connsiteY5" fmla="*/ 357584 h 390846"/>
                <a:gd name="connsiteX6" fmla="*/ 29984 w 473075"/>
                <a:gd name="connsiteY6" fmla="*/ 320996 h 390846"/>
                <a:gd name="connsiteX7" fmla="*/ 29984 w 473075"/>
                <a:gd name="connsiteY7" fmla="*/ 227334 h 390846"/>
                <a:gd name="connsiteX8" fmla="*/ 443092 w 473075"/>
                <a:gd name="connsiteY8" fmla="*/ 227334 h 390846"/>
                <a:gd name="connsiteX9" fmla="*/ 473075 w 473075"/>
                <a:gd name="connsiteY9" fmla="*/ 260671 h 390846"/>
                <a:gd name="connsiteX10" fmla="*/ 443092 w 473075"/>
                <a:gd name="connsiteY10" fmla="*/ 294009 h 390846"/>
                <a:gd name="connsiteX11" fmla="*/ 29984 w 473075"/>
                <a:gd name="connsiteY11" fmla="*/ 294009 h 390846"/>
                <a:gd name="connsiteX12" fmla="*/ 0 w 473075"/>
                <a:gd name="connsiteY12" fmla="*/ 260671 h 390846"/>
                <a:gd name="connsiteX13" fmla="*/ 29984 w 473075"/>
                <a:gd name="connsiteY13" fmla="*/ 227334 h 390846"/>
                <a:gd name="connsiteX14" fmla="*/ 242865 w 473075"/>
                <a:gd name="connsiteY14" fmla="*/ 359 h 390846"/>
                <a:gd name="connsiteX15" fmla="*/ 319932 w 473075"/>
                <a:gd name="connsiteY15" fmla="*/ 7427 h 390846"/>
                <a:gd name="connsiteX16" fmla="*/ 353258 w 473075"/>
                <a:gd name="connsiteY16" fmla="*/ 40689 h 390846"/>
                <a:gd name="connsiteX17" fmla="*/ 396583 w 473075"/>
                <a:gd name="connsiteY17" fmla="*/ 130496 h 390846"/>
                <a:gd name="connsiteX18" fmla="*/ 443239 w 473075"/>
                <a:gd name="connsiteY18" fmla="*/ 130496 h 390846"/>
                <a:gd name="connsiteX19" fmla="*/ 469900 w 473075"/>
                <a:gd name="connsiteY19" fmla="*/ 163758 h 390846"/>
                <a:gd name="connsiteX20" fmla="*/ 443239 w 473075"/>
                <a:gd name="connsiteY20" fmla="*/ 200346 h 390846"/>
                <a:gd name="connsiteX21" fmla="*/ 29994 w 473075"/>
                <a:gd name="connsiteY21" fmla="*/ 200346 h 390846"/>
                <a:gd name="connsiteX22" fmla="*/ 0 w 473075"/>
                <a:gd name="connsiteY22" fmla="*/ 167084 h 390846"/>
                <a:gd name="connsiteX23" fmla="*/ 29994 w 473075"/>
                <a:gd name="connsiteY23" fmla="*/ 130496 h 390846"/>
                <a:gd name="connsiteX24" fmla="*/ 63320 w 473075"/>
                <a:gd name="connsiteY24" fmla="*/ 130496 h 390846"/>
                <a:gd name="connsiteX25" fmla="*/ 109977 w 473075"/>
                <a:gd name="connsiteY25" fmla="*/ 44015 h 390846"/>
                <a:gd name="connsiteX26" fmla="*/ 143303 w 473075"/>
                <a:gd name="connsiteY26" fmla="*/ 10753 h 390846"/>
                <a:gd name="connsiteX27" fmla="*/ 242865 w 473075"/>
                <a:gd name="connsiteY27" fmla="*/ 359 h 39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3075" h="390846">
                  <a:moveTo>
                    <a:pt x="29984" y="320996"/>
                  </a:moveTo>
                  <a:cubicBezTo>
                    <a:pt x="29984" y="320996"/>
                    <a:pt x="29984" y="320996"/>
                    <a:pt x="443092" y="320996"/>
                  </a:cubicBezTo>
                  <a:cubicBezTo>
                    <a:pt x="459749" y="320996"/>
                    <a:pt x="473075" y="337627"/>
                    <a:pt x="473075" y="357584"/>
                  </a:cubicBezTo>
                  <a:cubicBezTo>
                    <a:pt x="473075" y="374215"/>
                    <a:pt x="459749" y="390846"/>
                    <a:pt x="443092" y="390846"/>
                  </a:cubicBezTo>
                  <a:cubicBezTo>
                    <a:pt x="443092" y="390846"/>
                    <a:pt x="443092" y="390846"/>
                    <a:pt x="29984" y="390846"/>
                  </a:cubicBezTo>
                  <a:cubicBezTo>
                    <a:pt x="13326" y="390846"/>
                    <a:pt x="0" y="374215"/>
                    <a:pt x="0" y="357584"/>
                  </a:cubicBezTo>
                  <a:cubicBezTo>
                    <a:pt x="0" y="337627"/>
                    <a:pt x="13326" y="320996"/>
                    <a:pt x="29984" y="320996"/>
                  </a:cubicBezTo>
                  <a:close/>
                  <a:moveTo>
                    <a:pt x="29984" y="227334"/>
                  </a:moveTo>
                  <a:cubicBezTo>
                    <a:pt x="29984" y="227334"/>
                    <a:pt x="29984" y="227334"/>
                    <a:pt x="443092" y="227334"/>
                  </a:cubicBezTo>
                  <a:cubicBezTo>
                    <a:pt x="459749" y="227334"/>
                    <a:pt x="469744" y="240669"/>
                    <a:pt x="473075" y="260671"/>
                  </a:cubicBezTo>
                  <a:cubicBezTo>
                    <a:pt x="473075" y="280674"/>
                    <a:pt x="459749" y="294009"/>
                    <a:pt x="443092" y="294009"/>
                  </a:cubicBezTo>
                  <a:cubicBezTo>
                    <a:pt x="443092" y="294009"/>
                    <a:pt x="443092" y="294009"/>
                    <a:pt x="29984" y="294009"/>
                  </a:cubicBezTo>
                  <a:cubicBezTo>
                    <a:pt x="13326" y="294009"/>
                    <a:pt x="0" y="280674"/>
                    <a:pt x="0" y="260671"/>
                  </a:cubicBezTo>
                  <a:cubicBezTo>
                    <a:pt x="0" y="244003"/>
                    <a:pt x="13326" y="227334"/>
                    <a:pt x="29984" y="227334"/>
                  </a:cubicBezTo>
                  <a:close/>
                  <a:moveTo>
                    <a:pt x="242865" y="359"/>
                  </a:moveTo>
                  <a:cubicBezTo>
                    <a:pt x="280774" y="1606"/>
                    <a:pt x="314933" y="5764"/>
                    <a:pt x="319932" y="7427"/>
                  </a:cubicBezTo>
                  <a:cubicBezTo>
                    <a:pt x="329930" y="10753"/>
                    <a:pt x="353258" y="40689"/>
                    <a:pt x="353258" y="40689"/>
                  </a:cubicBezTo>
                  <a:cubicBezTo>
                    <a:pt x="353258" y="40689"/>
                    <a:pt x="353258" y="40689"/>
                    <a:pt x="396583" y="130496"/>
                  </a:cubicBezTo>
                  <a:cubicBezTo>
                    <a:pt x="396583" y="130496"/>
                    <a:pt x="396583" y="130496"/>
                    <a:pt x="443239" y="130496"/>
                  </a:cubicBezTo>
                  <a:cubicBezTo>
                    <a:pt x="456570" y="130496"/>
                    <a:pt x="469900" y="147127"/>
                    <a:pt x="469900" y="163758"/>
                  </a:cubicBezTo>
                  <a:cubicBezTo>
                    <a:pt x="469900" y="183715"/>
                    <a:pt x="456570" y="200346"/>
                    <a:pt x="443239" y="200346"/>
                  </a:cubicBezTo>
                  <a:cubicBezTo>
                    <a:pt x="443239" y="200346"/>
                    <a:pt x="443239" y="200346"/>
                    <a:pt x="29994" y="200346"/>
                  </a:cubicBezTo>
                  <a:cubicBezTo>
                    <a:pt x="13331" y="200346"/>
                    <a:pt x="0" y="183715"/>
                    <a:pt x="0" y="167084"/>
                  </a:cubicBezTo>
                  <a:cubicBezTo>
                    <a:pt x="0" y="147127"/>
                    <a:pt x="13331" y="130496"/>
                    <a:pt x="29994" y="130496"/>
                  </a:cubicBezTo>
                  <a:cubicBezTo>
                    <a:pt x="29994" y="130496"/>
                    <a:pt x="29994" y="130496"/>
                    <a:pt x="63320" y="130496"/>
                  </a:cubicBezTo>
                  <a:cubicBezTo>
                    <a:pt x="73318" y="110539"/>
                    <a:pt x="96646" y="67298"/>
                    <a:pt x="109977" y="44015"/>
                  </a:cubicBezTo>
                  <a:cubicBezTo>
                    <a:pt x="123307" y="14079"/>
                    <a:pt x="143303" y="10753"/>
                    <a:pt x="143303" y="10753"/>
                  </a:cubicBezTo>
                  <a:cubicBezTo>
                    <a:pt x="163299" y="775"/>
                    <a:pt x="204957" y="-889"/>
                    <a:pt x="242865" y="359"/>
                  </a:cubicBezTo>
                  <a:close/>
                </a:path>
              </a:pathLst>
            </a:cu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3" name="稻壳儿春秋广告/盗版必究        原创来源：http://chn.docer.com/works?userid=199329941#!/work_time"/>
            <p:cNvSpPr/>
            <p:nvPr/>
          </p:nvSpPr>
          <p:spPr bwMode="auto">
            <a:xfrm>
              <a:off x="2939309" y="1345926"/>
              <a:ext cx="176311" cy="133655"/>
            </a:xfrm>
            <a:custGeom>
              <a:avLst/>
              <a:gdLst>
                <a:gd name="T0" fmla="*/ 7 w 59"/>
                <a:gd name="T1" fmla="*/ 26 h 45"/>
                <a:gd name="T2" fmla="*/ 38 w 59"/>
                <a:gd name="T3" fmla="*/ 42 h 45"/>
                <a:gd name="T4" fmla="*/ 56 w 59"/>
                <a:gd name="T5" fmla="*/ 37 h 45"/>
                <a:gd name="T6" fmla="*/ 56 w 59"/>
                <a:gd name="T7" fmla="*/ 37 h 45"/>
                <a:gd name="T8" fmla="*/ 51 w 59"/>
                <a:gd name="T9" fmla="*/ 19 h 45"/>
                <a:gd name="T10" fmla="*/ 20 w 59"/>
                <a:gd name="T11" fmla="*/ 3 h 45"/>
                <a:gd name="T12" fmla="*/ 2 w 59"/>
                <a:gd name="T13" fmla="*/ 8 h 45"/>
                <a:gd name="T14" fmla="*/ 0 w 59"/>
                <a:gd name="T15" fmla="*/ 15 h 45"/>
                <a:gd name="T16" fmla="*/ 7 w 59"/>
                <a:gd name="T17" fmla="*/ 2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7" y="26"/>
                  </a:moveTo>
                  <a:cubicBezTo>
                    <a:pt x="17" y="31"/>
                    <a:pt x="28" y="36"/>
                    <a:pt x="38" y="42"/>
                  </a:cubicBezTo>
                  <a:cubicBezTo>
                    <a:pt x="44" y="45"/>
                    <a:pt x="53" y="43"/>
                    <a:pt x="56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9" y="30"/>
                    <a:pt x="58" y="22"/>
                    <a:pt x="51" y="19"/>
                  </a:cubicBezTo>
                  <a:cubicBezTo>
                    <a:pt x="41" y="13"/>
                    <a:pt x="30" y="8"/>
                    <a:pt x="20" y="3"/>
                  </a:cubicBezTo>
                  <a:cubicBezTo>
                    <a:pt x="14" y="0"/>
                    <a:pt x="5" y="2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1" y="20"/>
                    <a:pt x="3" y="24"/>
                    <a:pt x="7" y="26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4" name="稻壳儿春秋广告/盗版必究        原创来源：http://chn.docer.com/works?userid=199329941#!/work_time"/>
            <p:cNvSpPr/>
            <p:nvPr/>
          </p:nvSpPr>
          <p:spPr bwMode="auto">
            <a:xfrm>
              <a:off x="4173488" y="1343082"/>
              <a:ext cx="176311" cy="133655"/>
            </a:xfrm>
            <a:custGeom>
              <a:avLst/>
              <a:gdLst>
                <a:gd name="T0" fmla="*/ 3 w 59"/>
                <a:gd name="T1" fmla="*/ 38 h 45"/>
                <a:gd name="T2" fmla="*/ 21 w 59"/>
                <a:gd name="T3" fmla="*/ 42 h 45"/>
                <a:gd name="T4" fmla="*/ 52 w 59"/>
                <a:gd name="T5" fmla="*/ 26 h 45"/>
                <a:gd name="T6" fmla="*/ 59 w 59"/>
                <a:gd name="T7" fmla="*/ 16 h 45"/>
                <a:gd name="T8" fmla="*/ 57 w 59"/>
                <a:gd name="T9" fmla="*/ 8 h 45"/>
                <a:gd name="T10" fmla="*/ 39 w 59"/>
                <a:gd name="T11" fmla="*/ 4 h 45"/>
                <a:gd name="T12" fmla="*/ 8 w 59"/>
                <a:gd name="T13" fmla="*/ 19 h 45"/>
                <a:gd name="T14" fmla="*/ 3 w 59"/>
                <a:gd name="T15" fmla="*/ 37 h 45"/>
                <a:gd name="T16" fmla="*/ 3 w 59"/>
                <a:gd name="T17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45">
                  <a:moveTo>
                    <a:pt x="3" y="38"/>
                  </a:moveTo>
                  <a:cubicBezTo>
                    <a:pt x="6" y="44"/>
                    <a:pt x="15" y="45"/>
                    <a:pt x="21" y="42"/>
                  </a:cubicBezTo>
                  <a:cubicBezTo>
                    <a:pt x="31" y="37"/>
                    <a:pt x="42" y="32"/>
                    <a:pt x="52" y="26"/>
                  </a:cubicBezTo>
                  <a:cubicBezTo>
                    <a:pt x="56" y="24"/>
                    <a:pt x="58" y="20"/>
                    <a:pt x="59" y="16"/>
                  </a:cubicBezTo>
                  <a:cubicBezTo>
                    <a:pt x="59" y="13"/>
                    <a:pt x="58" y="11"/>
                    <a:pt x="57" y="8"/>
                  </a:cubicBezTo>
                  <a:cubicBezTo>
                    <a:pt x="54" y="2"/>
                    <a:pt x="45" y="0"/>
                    <a:pt x="39" y="4"/>
                  </a:cubicBezTo>
                  <a:cubicBezTo>
                    <a:pt x="28" y="9"/>
                    <a:pt x="18" y="14"/>
                    <a:pt x="8" y="19"/>
                  </a:cubicBezTo>
                  <a:cubicBezTo>
                    <a:pt x="1" y="23"/>
                    <a:pt x="0" y="31"/>
                    <a:pt x="3" y="37"/>
                  </a:cubicBezTo>
                  <a:cubicBezTo>
                    <a:pt x="3" y="37"/>
                    <a:pt x="3" y="37"/>
                    <a:pt x="3" y="38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5" name="稻壳儿春秋广告/盗版必究        原创来源：http://chn.docer.com/works?userid=199329941#!/work_time"/>
            <p:cNvSpPr/>
            <p:nvPr/>
          </p:nvSpPr>
          <p:spPr bwMode="auto">
            <a:xfrm>
              <a:off x="2858262" y="1817985"/>
              <a:ext cx="203327" cy="106640"/>
            </a:xfrm>
            <a:custGeom>
              <a:avLst/>
              <a:gdLst>
                <a:gd name="T0" fmla="*/ 24 w 68"/>
                <a:gd name="T1" fmla="*/ 33 h 36"/>
                <a:gd name="T2" fmla="*/ 58 w 68"/>
                <a:gd name="T3" fmla="*/ 26 h 36"/>
                <a:gd name="T4" fmla="*/ 65 w 68"/>
                <a:gd name="T5" fmla="*/ 21 h 36"/>
                <a:gd name="T6" fmla="*/ 67 w 68"/>
                <a:gd name="T7" fmla="*/ 17 h 36"/>
                <a:gd name="T8" fmla="*/ 67 w 68"/>
                <a:gd name="T9" fmla="*/ 10 h 36"/>
                <a:gd name="T10" fmla="*/ 67 w 68"/>
                <a:gd name="T11" fmla="*/ 9 h 36"/>
                <a:gd name="T12" fmla="*/ 56 w 68"/>
                <a:gd name="T13" fmla="*/ 0 h 36"/>
                <a:gd name="T14" fmla="*/ 51 w 68"/>
                <a:gd name="T15" fmla="*/ 0 h 36"/>
                <a:gd name="T16" fmla="*/ 17 w 68"/>
                <a:gd name="T17" fmla="*/ 8 h 36"/>
                <a:gd name="T18" fmla="*/ 24 w 68"/>
                <a:gd name="T19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36">
                  <a:moveTo>
                    <a:pt x="24" y="33"/>
                  </a:moveTo>
                  <a:cubicBezTo>
                    <a:pt x="35" y="31"/>
                    <a:pt x="47" y="28"/>
                    <a:pt x="58" y="26"/>
                  </a:cubicBezTo>
                  <a:cubicBezTo>
                    <a:pt x="61" y="25"/>
                    <a:pt x="64" y="23"/>
                    <a:pt x="65" y="21"/>
                  </a:cubicBezTo>
                  <a:cubicBezTo>
                    <a:pt x="66" y="19"/>
                    <a:pt x="67" y="18"/>
                    <a:pt x="67" y="17"/>
                  </a:cubicBezTo>
                  <a:cubicBezTo>
                    <a:pt x="68" y="14"/>
                    <a:pt x="68" y="12"/>
                    <a:pt x="67" y="10"/>
                  </a:cubicBezTo>
                  <a:cubicBezTo>
                    <a:pt x="67" y="10"/>
                    <a:pt x="67" y="9"/>
                    <a:pt x="67" y="9"/>
                  </a:cubicBezTo>
                  <a:cubicBezTo>
                    <a:pt x="66" y="3"/>
                    <a:pt x="61" y="0"/>
                    <a:pt x="56" y="0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0" y="3"/>
                    <a:pt x="28" y="5"/>
                    <a:pt x="17" y="8"/>
                  </a:cubicBezTo>
                  <a:cubicBezTo>
                    <a:pt x="0" y="11"/>
                    <a:pt x="7" y="36"/>
                    <a:pt x="24" y="3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6" name="稻壳儿春秋广告/盗版必究        原创来源：http://chn.docer.com/works?userid=199329941#!/work_time"/>
            <p:cNvSpPr/>
            <p:nvPr/>
          </p:nvSpPr>
          <p:spPr bwMode="auto">
            <a:xfrm>
              <a:off x="4227519" y="1810876"/>
              <a:ext cx="184842" cy="108062"/>
            </a:xfrm>
            <a:custGeom>
              <a:avLst/>
              <a:gdLst>
                <a:gd name="T0" fmla="*/ 1 w 62"/>
                <a:gd name="T1" fmla="*/ 13 h 36"/>
                <a:gd name="T2" fmla="*/ 10 w 62"/>
                <a:gd name="T3" fmla="*/ 27 h 36"/>
                <a:gd name="T4" fmla="*/ 44 w 62"/>
                <a:gd name="T5" fmla="*/ 35 h 36"/>
                <a:gd name="T6" fmla="*/ 60 w 62"/>
                <a:gd name="T7" fmla="*/ 26 h 36"/>
                <a:gd name="T8" fmla="*/ 61 w 62"/>
                <a:gd name="T9" fmla="*/ 25 h 36"/>
                <a:gd name="T10" fmla="*/ 51 w 62"/>
                <a:gd name="T11" fmla="*/ 9 h 36"/>
                <a:gd name="T12" fmla="*/ 17 w 62"/>
                <a:gd name="T13" fmla="*/ 2 h 36"/>
                <a:gd name="T14" fmla="*/ 1 w 62"/>
                <a:gd name="T15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6">
                  <a:moveTo>
                    <a:pt x="1" y="13"/>
                  </a:moveTo>
                  <a:cubicBezTo>
                    <a:pt x="0" y="19"/>
                    <a:pt x="2" y="26"/>
                    <a:pt x="10" y="27"/>
                  </a:cubicBezTo>
                  <a:cubicBezTo>
                    <a:pt x="22" y="30"/>
                    <a:pt x="33" y="32"/>
                    <a:pt x="44" y="35"/>
                  </a:cubicBezTo>
                  <a:cubicBezTo>
                    <a:pt x="51" y="36"/>
                    <a:pt x="59" y="33"/>
                    <a:pt x="60" y="26"/>
                  </a:cubicBezTo>
                  <a:cubicBezTo>
                    <a:pt x="60" y="25"/>
                    <a:pt x="60" y="25"/>
                    <a:pt x="61" y="25"/>
                  </a:cubicBezTo>
                  <a:cubicBezTo>
                    <a:pt x="62" y="19"/>
                    <a:pt x="59" y="11"/>
                    <a:pt x="51" y="9"/>
                  </a:cubicBezTo>
                  <a:cubicBezTo>
                    <a:pt x="40" y="7"/>
                    <a:pt x="29" y="4"/>
                    <a:pt x="17" y="2"/>
                  </a:cubicBezTo>
                  <a:cubicBezTo>
                    <a:pt x="8" y="0"/>
                    <a:pt x="2" y="6"/>
                    <a:pt x="1" y="13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7" name="稻壳儿春秋广告/盗版必究        原创来源：http://chn.docer.com/works?userid=199329941#!/work_time"/>
            <p:cNvSpPr/>
            <p:nvPr/>
          </p:nvSpPr>
          <p:spPr bwMode="auto">
            <a:xfrm>
              <a:off x="3134104" y="2172029"/>
              <a:ext cx="154984" cy="170624"/>
            </a:xfrm>
            <a:custGeom>
              <a:avLst/>
              <a:gdLst>
                <a:gd name="T0" fmla="*/ 6 w 52"/>
                <a:gd name="T1" fmla="*/ 51 h 57"/>
                <a:gd name="T2" fmla="*/ 6 w 52"/>
                <a:gd name="T3" fmla="*/ 51 h 57"/>
                <a:gd name="T4" fmla="*/ 25 w 52"/>
                <a:gd name="T5" fmla="*/ 51 h 57"/>
                <a:gd name="T6" fmla="*/ 47 w 52"/>
                <a:gd name="T7" fmla="*/ 24 h 57"/>
                <a:gd name="T8" fmla="*/ 47 w 52"/>
                <a:gd name="T9" fmla="*/ 5 h 57"/>
                <a:gd name="T10" fmla="*/ 46 w 52"/>
                <a:gd name="T11" fmla="*/ 4 h 57"/>
                <a:gd name="T12" fmla="*/ 28 w 52"/>
                <a:gd name="T13" fmla="*/ 5 h 57"/>
                <a:gd name="T14" fmla="*/ 6 w 52"/>
                <a:gd name="T15" fmla="*/ 32 h 57"/>
                <a:gd name="T16" fmla="*/ 6 w 52"/>
                <a:gd name="T17" fmla="*/ 5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7">
                  <a:moveTo>
                    <a:pt x="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12" y="55"/>
                    <a:pt x="20" y="57"/>
                    <a:pt x="25" y="51"/>
                  </a:cubicBezTo>
                  <a:cubicBezTo>
                    <a:pt x="32" y="42"/>
                    <a:pt x="40" y="33"/>
                    <a:pt x="47" y="24"/>
                  </a:cubicBezTo>
                  <a:cubicBezTo>
                    <a:pt x="51" y="18"/>
                    <a:pt x="52" y="10"/>
                    <a:pt x="47" y="5"/>
                  </a:cubicBezTo>
                  <a:cubicBezTo>
                    <a:pt x="46" y="5"/>
                    <a:pt x="46" y="4"/>
                    <a:pt x="46" y="4"/>
                  </a:cubicBezTo>
                  <a:cubicBezTo>
                    <a:pt x="41" y="0"/>
                    <a:pt x="32" y="0"/>
                    <a:pt x="28" y="5"/>
                  </a:cubicBezTo>
                  <a:cubicBezTo>
                    <a:pt x="21" y="14"/>
                    <a:pt x="13" y="23"/>
                    <a:pt x="6" y="32"/>
                  </a:cubicBezTo>
                  <a:cubicBezTo>
                    <a:pt x="2" y="37"/>
                    <a:pt x="0" y="46"/>
                    <a:pt x="6" y="5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8" name="稻壳儿春秋广告/盗版必究        原创来源：http://chn.docer.com/works?userid=199329941#!/work_time"/>
            <p:cNvSpPr/>
            <p:nvPr/>
          </p:nvSpPr>
          <p:spPr bwMode="auto">
            <a:xfrm>
              <a:off x="4005708" y="2174873"/>
              <a:ext cx="149296" cy="167780"/>
            </a:xfrm>
            <a:custGeom>
              <a:avLst/>
              <a:gdLst>
                <a:gd name="T0" fmla="*/ 4 w 50"/>
                <a:gd name="T1" fmla="*/ 22 h 56"/>
                <a:gd name="T2" fmla="*/ 26 w 50"/>
                <a:gd name="T3" fmla="*/ 50 h 56"/>
                <a:gd name="T4" fmla="*/ 44 w 50"/>
                <a:gd name="T5" fmla="*/ 50 h 56"/>
                <a:gd name="T6" fmla="*/ 44 w 50"/>
                <a:gd name="T7" fmla="*/ 49 h 56"/>
                <a:gd name="T8" fmla="*/ 44 w 50"/>
                <a:gd name="T9" fmla="*/ 31 h 56"/>
                <a:gd name="T10" fmla="*/ 22 w 50"/>
                <a:gd name="T11" fmla="*/ 4 h 56"/>
                <a:gd name="T12" fmla="*/ 12 w 50"/>
                <a:gd name="T13" fmla="*/ 0 h 56"/>
                <a:gd name="T14" fmla="*/ 4 w 50"/>
                <a:gd name="T15" fmla="*/ 4 h 56"/>
                <a:gd name="T16" fmla="*/ 0 w 50"/>
                <a:gd name="T17" fmla="*/ 11 h 56"/>
                <a:gd name="T18" fmla="*/ 4 w 50"/>
                <a:gd name="T1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6">
                  <a:moveTo>
                    <a:pt x="4" y="22"/>
                  </a:moveTo>
                  <a:cubicBezTo>
                    <a:pt x="11" y="32"/>
                    <a:pt x="18" y="41"/>
                    <a:pt x="26" y="50"/>
                  </a:cubicBezTo>
                  <a:cubicBezTo>
                    <a:pt x="30" y="56"/>
                    <a:pt x="39" y="54"/>
                    <a:pt x="44" y="50"/>
                  </a:cubicBezTo>
                  <a:cubicBezTo>
                    <a:pt x="44" y="50"/>
                    <a:pt x="44" y="49"/>
                    <a:pt x="44" y="49"/>
                  </a:cubicBezTo>
                  <a:cubicBezTo>
                    <a:pt x="50" y="45"/>
                    <a:pt x="48" y="36"/>
                    <a:pt x="44" y="31"/>
                  </a:cubicBezTo>
                  <a:cubicBezTo>
                    <a:pt x="37" y="22"/>
                    <a:pt x="30" y="1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9" y="0"/>
                    <a:pt x="6" y="2"/>
                    <a:pt x="4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5"/>
                    <a:pt x="1" y="19"/>
                    <a:pt x="4" y="22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9" name="稻壳儿春秋广告/盗版必究        原创来源：http://chn.docer.com/works?userid=199329941#!/work_time"/>
            <p:cNvSpPr/>
            <p:nvPr/>
          </p:nvSpPr>
          <p:spPr bwMode="auto">
            <a:xfrm>
              <a:off x="3606163" y="2315638"/>
              <a:ext cx="76781" cy="181999"/>
            </a:xfrm>
            <a:custGeom>
              <a:avLst/>
              <a:gdLst>
                <a:gd name="T0" fmla="*/ 13 w 26"/>
                <a:gd name="T1" fmla="*/ 61 h 61"/>
                <a:gd name="T2" fmla="*/ 13 w 26"/>
                <a:gd name="T3" fmla="*/ 61 h 61"/>
                <a:gd name="T4" fmla="*/ 26 w 26"/>
                <a:gd name="T5" fmla="*/ 48 h 61"/>
                <a:gd name="T6" fmla="*/ 26 w 26"/>
                <a:gd name="T7" fmla="*/ 13 h 61"/>
                <a:gd name="T8" fmla="*/ 13 w 26"/>
                <a:gd name="T9" fmla="*/ 0 h 61"/>
                <a:gd name="T10" fmla="*/ 13 w 26"/>
                <a:gd name="T11" fmla="*/ 0 h 61"/>
                <a:gd name="T12" fmla="*/ 4 w 26"/>
                <a:gd name="T13" fmla="*/ 3 h 61"/>
                <a:gd name="T14" fmla="*/ 0 w 26"/>
                <a:gd name="T15" fmla="*/ 13 h 61"/>
                <a:gd name="T16" fmla="*/ 0 w 26"/>
                <a:gd name="T17" fmla="*/ 48 h 61"/>
                <a:gd name="T18" fmla="*/ 13 w 26"/>
                <a:gd name="T1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61">
                  <a:moveTo>
                    <a:pt x="13" y="61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20" y="61"/>
                    <a:pt x="26" y="56"/>
                    <a:pt x="26" y="48"/>
                  </a:cubicBezTo>
                  <a:cubicBezTo>
                    <a:pt x="26" y="37"/>
                    <a:pt x="26" y="25"/>
                    <a:pt x="26" y="13"/>
                  </a:cubicBezTo>
                  <a:cubicBezTo>
                    <a:pt x="26" y="6"/>
                    <a:pt x="2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7" y="2"/>
                    <a:pt x="4" y="3"/>
                  </a:cubicBezTo>
                  <a:cubicBezTo>
                    <a:pt x="2" y="6"/>
                    <a:pt x="0" y="9"/>
                    <a:pt x="0" y="13"/>
                  </a:cubicBezTo>
                  <a:cubicBezTo>
                    <a:pt x="0" y="25"/>
                    <a:pt x="0" y="37"/>
                    <a:pt x="0" y="48"/>
                  </a:cubicBezTo>
                  <a:cubicBezTo>
                    <a:pt x="0" y="55"/>
                    <a:pt x="6" y="61"/>
                    <a:pt x="13" y="61"/>
                  </a:cubicBezTo>
                  <a:close/>
                </a:path>
              </a:pathLst>
            </a:custGeom>
            <a:solidFill>
              <a:srgbClr val="EF9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0" name="稻壳儿春秋广告/盗版必究        原创来源：http://chn.docer.com/works?userid=199329941#!/work_time"/>
            <p:cNvSpPr/>
            <p:nvPr/>
          </p:nvSpPr>
          <p:spPr bwMode="auto">
            <a:xfrm>
              <a:off x="3145479" y="1152552"/>
              <a:ext cx="998149" cy="1073509"/>
            </a:xfrm>
            <a:custGeom>
              <a:avLst/>
              <a:gdLst>
                <a:gd name="connsiteX0" fmla="*/ 623744 w 1114425"/>
                <a:gd name="connsiteY0" fmla="*/ 549275 h 1198563"/>
                <a:gd name="connsiteX1" fmla="*/ 620425 w 1114425"/>
                <a:gd name="connsiteY1" fmla="*/ 595948 h 1198563"/>
                <a:gd name="connsiteX2" fmla="*/ 600508 w 1114425"/>
                <a:gd name="connsiteY2" fmla="*/ 612616 h 1198563"/>
                <a:gd name="connsiteX3" fmla="*/ 593870 w 1114425"/>
                <a:gd name="connsiteY3" fmla="*/ 615950 h 1198563"/>
                <a:gd name="connsiteX4" fmla="*/ 590550 w 1114425"/>
                <a:gd name="connsiteY4" fmla="*/ 612616 h 1198563"/>
                <a:gd name="connsiteX5" fmla="*/ 593870 w 1114425"/>
                <a:gd name="connsiteY5" fmla="*/ 592614 h 1198563"/>
                <a:gd name="connsiteX6" fmla="*/ 620425 w 1114425"/>
                <a:gd name="connsiteY6" fmla="*/ 552609 h 1198563"/>
                <a:gd name="connsiteX7" fmla="*/ 623744 w 1114425"/>
                <a:gd name="connsiteY7" fmla="*/ 549275 h 1198563"/>
                <a:gd name="connsiteX8" fmla="*/ 444357 w 1114425"/>
                <a:gd name="connsiteY8" fmla="*/ 546100 h 1198563"/>
                <a:gd name="connsiteX9" fmla="*/ 441038 w 1114425"/>
                <a:gd name="connsiteY9" fmla="*/ 582117 h 1198563"/>
                <a:gd name="connsiteX10" fmla="*/ 421121 w 1114425"/>
                <a:gd name="connsiteY10" fmla="*/ 598488 h 1198563"/>
                <a:gd name="connsiteX11" fmla="*/ 414483 w 1114425"/>
                <a:gd name="connsiteY11" fmla="*/ 591940 h 1198563"/>
                <a:gd name="connsiteX12" fmla="*/ 417802 w 1114425"/>
                <a:gd name="connsiteY12" fmla="*/ 575568 h 1198563"/>
                <a:gd name="connsiteX13" fmla="*/ 444357 w 1114425"/>
                <a:gd name="connsiteY13" fmla="*/ 546100 h 1198563"/>
                <a:gd name="connsiteX14" fmla="*/ 781050 w 1114425"/>
                <a:gd name="connsiteY14" fmla="*/ 431800 h 1198563"/>
                <a:gd name="connsiteX15" fmla="*/ 784324 w 1114425"/>
                <a:gd name="connsiteY15" fmla="*/ 431800 h 1198563"/>
                <a:gd name="connsiteX16" fmla="*/ 826890 w 1114425"/>
                <a:gd name="connsiteY16" fmla="*/ 455507 h 1198563"/>
                <a:gd name="connsiteX17" fmla="*/ 833438 w 1114425"/>
                <a:gd name="connsiteY17" fmla="*/ 475827 h 1198563"/>
                <a:gd name="connsiteX18" fmla="*/ 820341 w 1114425"/>
                <a:gd name="connsiteY18" fmla="*/ 482600 h 1198563"/>
                <a:gd name="connsiteX19" fmla="*/ 817067 w 1114425"/>
                <a:gd name="connsiteY19" fmla="*/ 482600 h 1198563"/>
                <a:gd name="connsiteX20" fmla="*/ 790873 w 1114425"/>
                <a:gd name="connsiteY20" fmla="*/ 452120 h 1198563"/>
                <a:gd name="connsiteX21" fmla="*/ 781050 w 1114425"/>
                <a:gd name="connsiteY21" fmla="*/ 431800 h 1198563"/>
                <a:gd name="connsiteX22" fmla="*/ 320676 w 1114425"/>
                <a:gd name="connsiteY22" fmla="*/ 415925 h 1198563"/>
                <a:gd name="connsiteX23" fmla="*/ 300832 w 1114425"/>
                <a:gd name="connsiteY23" fmla="*/ 452905 h 1198563"/>
                <a:gd name="connsiteX24" fmla="*/ 287603 w 1114425"/>
                <a:gd name="connsiteY24" fmla="*/ 473075 h 1198563"/>
                <a:gd name="connsiteX25" fmla="*/ 280988 w 1114425"/>
                <a:gd name="connsiteY25" fmla="*/ 456266 h 1198563"/>
                <a:gd name="connsiteX26" fmla="*/ 287603 w 1114425"/>
                <a:gd name="connsiteY26" fmla="*/ 429372 h 1198563"/>
                <a:gd name="connsiteX27" fmla="*/ 320676 w 1114425"/>
                <a:gd name="connsiteY27" fmla="*/ 415925 h 1198563"/>
                <a:gd name="connsiteX28" fmla="*/ 514259 w 1114425"/>
                <a:gd name="connsiteY28" fmla="*/ 0 h 1198563"/>
                <a:gd name="connsiteX29" fmla="*/ 577484 w 1114425"/>
                <a:gd name="connsiteY29" fmla="*/ 0 h 1198563"/>
                <a:gd name="connsiteX30" fmla="*/ 723900 w 1114425"/>
                <a:gd name="connsiteY30" fmla="*/ 408996 h 1198563"/>
                <a:gd name="connsiteX31" fmla="*/ 620743 w 1114425"/>
                <a:gd name="connsiteY31" fmla="*/ 492125 h 1198563"/>
                <a:gd name="connsiteX32" fmla="*/ 557518 w 1114425"/>
                <a:gd name="connsiteY32" fmla="*/ 475499 h 1198563"/>
                <a:gd name="connsiteX33" fmla="*/ 467672 w 1114425"/>
                <a:gd name="connsiteY33" fmla="*/ 485475 h 1198563"/>
                <a:gd name="connsiteX34" fmla="*/ 377825 w 1114425"/>
                <a:gd name="connsiteY34" fmla="*/ 385720 h 1198563"/>
                <a:gd name="connsiteX35" fmla="*/ 514259 w 1114425"/>
                <a:gd name="connsiteY35" fmla="*/ 0 h 1198563"/>
                <a:gd name="connsiteX36" fmla="*/ 357017 w 1114425"/>
                <a:gd name="connsiteY36" fmla="*/ 0 h 1198563"/>
                <a:gd name="connsiteX37" fmla="*/ 473798 w 1114425"/>
                <a:gd name="connsiteY37" fmla="*/ 0 h 1198563"/>
                <a:gd name="connsiteX38" fmla="*/ 336997 w 1114425"/>
                <a:gd name="connsiteY38" fmla="*/ 376216 h 1198563"/>
                <a:gd name="connsiteX39" fmla="*/ 326987 w 1114425"/>
                <a:gd name="connsiteY39" fmla="*/ 376216 h 1198563"/>
                <a:gd name="connsiteX40" fmla="*/ 246909 w 1114425"/>
                <a:gd name="connsiteY40" fmla="*/ 422827 h 1198563"/>
                <a:gd name="connsiteX41" fmla="*/ 260255 w 1114425"/>
                <a:gd name="connsiteY41" fmla="*/ 502731 h 1198563"/>
                <a:gd name="connsiteX42" fmla="*/ 283611 w 1114425"/>
                <a:gd name="connsiteY42" fmla="*/ 512719 h 1198563"/>
                <a:gd name="connsiteX43" fmla="*/ 333660 w 1114425"/>
                <a:gd name="connsiteY43" fmla="*/ 476096 h 1198563"/>
                <a:gd name="connsiteX44" fmla="*/ 336997 w 1114425"/>
                <a:gd name="connsiteY44" fmla="*/ 472767 h 1198563"/>
                <a:gd name="connsiteX45" fmla="*/ 360353 w 1114425"/>
                <a:gd name="connsiteY45" fmla="*/ 422827 h 1198563"/>
                <a:gd name="connsiteX46" fmla="*/ 433758 w 1114425"/>
                <a:gd name="connsiteY46" fmla="*/ 506060 h 1198563"/>
                <a:gd name="connsiteX47" fmla="*/ 420412 w 1114425"/>
                <a:gd name="connsiteY47" fmla="*/ 516048 h 1198563"/>
                <a:gd name="connsiteX48" fmla="*/ 373700 w 1114425"/>
                <a:gd name="connsiteY48" fmla="*/ 582635 h 1198563"/>
                <a:gd name="connsiteX49" fmla="*/ 390383 w 1114425"/>
                <a:gd name="connsiteY49" fmla="*/ 629246 h 1198563"/>
                <a:gd name="connsiteX50" fmla="*/ 420412 w 1114425"/>
                <a:gd name="connsiteY50" fmla="*/ 639234 h 1198563"/>
                <a:gd name="connsiteX51" fmla="*/ 453778 w 1114425"/>
                <a:gd name="connsiteY51" fmla="*/ 629246 h 1198563"/>
                <a:gd name="connsiteX52" fmla="*/ 483807 w 1114425"/>
                <a:gd name="connsiteY52" fmla="*/ 549342 h 1198563"/>
                <a:gd name="connsiteX53" fmla="*/ 477134 w 1114425"/>
                <a:gd name="connsiteY53" fmla="*/ 526036 h 1198563"/>
                <a:gd name="connsiteX54" fmla="*/ 490481 w 1114425"/>
                <a:gd name="connsiteY54" fmla="*/ 519377 h 1198563"/>
                <a:gd name="connsiteX55" fmla="*/ 577232 w 1114425"/>
                <a:gd name="connsiteY55" fmla="*/ 516048 h 1198563"/>
                <a:gd name="connsiteX56" fmla="*/ 593915 w 1114425"/>
                <a:gd name="connsiteY56" fmla="*/ 522707 h 1198563"/>
                <a:gd name="connsiteX57" fmla="*/ 590579 w 1114425"/>
                <a:gd name="connsiteY57" fmla="*/ 526036 h 1198563"/>
                <a:gd name="connsiteX58" fmla="*/ 550540 w 1114425"/>
                <a:gd name="connsiteY58" fmla="*/ 612599 h 1198563"/>
                <a:gd name="connsiteX59" fmla="*/ 570559 w 1114425"/>
                <a:gd name="connsiteY59" fmla="*/ 645892 h 1198563"/>
                <a:gd name="connsiteX60" fmla="*/ 637291 w 1114425"/>
                <a:gd name="connsiteY60" fmla="*/ 635904 h 1198563"/>
                <a:gd name="connsiteX61" fmla="*/ 663984 w 1114425"/>
                <a:gd name="connsiteY61" fmla="*/ 556000 h 1198563"/>
                <a:gd name="connsiteX62" fmla="*/ 650638 w 1114425"/>
                <a:gd name="connsiteY62" fmla="*/ 519377 h 1198563"/>
                <a:gd name="connsiteX63" fmla="*/ 740726 w 1114425"/>
                <a:gd name="connsiteY63" fmla="*/ 446132 h 1198563"/>
                <a:gd name="connsiteX64" fmla="*/ 754072 w 1114425"/>
                <a:gd name="connsiteY64" fmla="*/ 472767 h 1198563"/>
                <a:gd name="connsiteX65" fmla="*/ 820804 w 1114425"/>
                <a:gd name="connsiteY65" fmla="*/ 522707 h 1198563"/>
                <a:gd name="connsiteX66" fmla="*/ 850834 w 1114425"/>
                <a:gd name="connsiteY66" fmla="*/ 512719 h 1198563"/>
                <a:gd name="connsiteX67" fmla="*/ 874190 w 1114425"/>
                <a:gd name="connsiteY67" fmla="*/ 479425 h 1198563"/>
                <a:gd name="connsiteX68" fmla="*/ 844160 w 1114425"/>
                <a:gd name="connsiteY68" fmla="*/ 416168 h 1198563"/>
                <a:gd name="connsiteX69" fmla="*/ 760745 w 1114425"/>
                <a:gd name="connsiteY69" fmla="*/ 396192 h 1198563"/>
                <a:gd name="connsiteX70" fmla="*/ 617272 w 1114425"/>
                <a:gd name="connsiteY70" fmla="*/ 0 h 1198563"/>
                <a:gd name="connsiteX71" fmla="*/ 757409 w 1114425"/>
                <a:gd name="connsiteY71" fmla="*/ 0 h 1198563"/>
                <a:gd name="connsiteX72" fmla="*/ 790775 w 1114425"/>
                <a:gd name="connsiteY72" fmla="*/ 33294 h 1198563"/>
                <a:gd name="connsiteX73" fmla="*/ 790775 w 1114425"/>
                <a:gd name="connsiteY73" fmla="*/ 139832 h 1198563"/>
                <a:gd name="connsiteX74" fmla="*/ 1114425 w 1114425"/>
                <a:gd name="connsiteY74" fmla="*/ 642563 h 1198563"/>
                <a:gd name="connsiteX75" fmla="*/ 557213 w 1114425"/>
                <a:gd name="connsiteY75" fmla="*/ 1198563 h 1198563"/>
                <a:gd name="connsiteX76" fmla="*/ 0 w 1114425"/>
                <a:gd name="connsiteY76" fmla="*/ 645892 h 1198563"/>
                <a:gd name="connsiteX77" fmla="*/ 323651 w 1114425"/>
                <a:gd name="connsiteY77" fmla="*/ 139832 h 1198563"/>
                <a:gd name="connsiteX78" fmla="*/ 323651 w 1114425"/>
                <a:gd name="connsiteY78" fmla="*/ 33294 h 1198563"/>
                <a:gd name="connsiteX79" fmla="*/ 357017 w 1114425"/>
                <a:gd name="connsiteY79" fmla="*/ 0 h 119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14425" h="1198563">
                  <a:moveTo>
                    <a:pt x="623744" y="549275"/>
                  </a:moveTo>
                  <a:cubicBezTo>
                    <a:pt x="627063" y="562610"/>
                    <a:pt x="627063" y="579279"/>
                    <a:pt x="620425" y="595948"/>
                  </a:cubicBezTo>
                  <a:cubicBezTo>
                    <a:pt x="613786" y="602615"/>
                    <a:pt x="610466" y="609283"/>
                    <a:pt x="600508" y="612616"/>
                  </a:cubicBezTo>
                  <a:cubicBezTo>
                    <a:pt x="597189" y="615950"/>
                    <a:pt x="597189" y="615950"/>
                    <a:pt x="593870" y="615950"/>
                  </a:cubicBezTo>
                  <a:cubicBezTo>
                    <a:pt x="593870" y="615950"/>
                    <a:pt x="593870" y="615950"/>
                    <a:pt x="590550" y="612616"/>
                  </a:cubicBezTo>
                  <a:cubicBezTo>
                    <a:pt x="590550" y="609283"/>
                    <a:pt x="590550" y="595948"/>
                    <a:pt x="593870" y="592614"/>
                  </a:cubicBezTo>
                  <a:cubicBezTo>
                    <a:pt x="600508" y="579279"/>
                    <a:pt x="610466" y="565944"/>
                    <a:pt x="620425" y="552609"/>
                  </a:cubicBezTo>
                  <a:cubicBezTo>
                    <a:pt x="620425" y="552609"/>
                    <a:pt x="620425" y="552609"/>
                    <a:pt x="623744" y="549275"/>
                  </a:cubicBezTo>
                  <a:close/>
                  <a:moveTo>
                    <a:pt x="444357" y="546100"/>
                  </a:moveTo>
                  <a:cubicBezTo>
                    <a:pt x="444357" y="559197"/>
                    <a:pt x="447676" y="572294"/>
                    <a:pt x="441038" y="582117"/>
                  </a:cubicBezTo>
                  <a:cubicBezTo>
                    <a:pt x="437718" y="591940"/>
                    <a:pt x="427760" y="598488"/>
                    <a:pt x="421121" y="598488"/>
                  </a:cubicBezTo>
                  <a:cubicBezTo>
                    <a:pt x="417802" y="598488"/>
                    <a:pt x="417802" y="598488"/>
                    <a:pt x="414483" y="591940"/>
                  </a:cubicBezTo>
                  <a:cubicBezTo>
                    <a:pt x="411163" y="588665"/>
                    <a:pt x="411163" y="582117"/>
                    <a:pt x="417802" y="575568"/>
                  </a:cubicBezTo>
                  <a:cubicBezTo>
                    <a:pt x="421121" y="565746"/>
                    <a:pt x="431079" y="555923"/>
                    <a:pt x="444357" y="546100"/>
                  </a:cubicBezTo>
                  <a:close/>
                  <a:moveTo>
                    <a:pt x="781050" y="431800"/>
                  </a:moveTo>
                  <a:cubicBezTo>
                    <a:pt x="781050" y="431800"/>
                    <a:pt x="781050" y="431800"/>
                    <a:pt x="784324" y="431800"/>
                  </a:cubicBezTo>
                  <a:cubicBezTo>
                    <a:pt x="797421" y="431800"/>
                    <a:pt x="817067" y="441960"/>
                    <a:pt x="826890" y="455507"/>
                  </a:cubicBezTo>
                  <a:cubicBezTo>
                    <a:pt x="830164" y="458893"/>
                    <a:pt x="833438" y="469053"/>
                    <a:pt x="833438" y="475827"/>
                  </a:cubicBezTo>
                  <a:cubicBezTo>
                    <a:pt x="830164" y="482600"/>
                    <a:pt x="826890" y="482600"/>
                    <a:pt x="820341" y="482600"/>
                  </a:cubicBezTo>
                  <a:cubicBezTo>
                    <a:pt x="820341" y="482600"/>
                    <a:pt x="817067" y="482600"/>
                    <a:pt x="817067" y="482600"/>
                  </a:cubicBezTo>
                  <a:cubicBezTo>
                    <a:pt x="803970" y="482600"/>
                    <a:pt x="797421" y="465667"/>
                    <a:pt x="790873" y="452120"/>
                  </a:cubicBezTo>
                  <a:cubicBezTo>
                    <a:pt x="787599" y="445347"/>
                    <a:pt x="784324" y="438573"/>
                    <a:pt x="781050" y="431800"/>
                  </a:cubicBezTo>
                  <a:close/>
                  <a:moveTo>
                    <a:pt x="320676" y="415925"/>
                  </a:moveTo>
                  <a:cubicBezTo>
                    <a:pt x="314062" y="429372"/>
                    <a:pt x="307447" y="439457"/>
                    <a:pt x="300832" y="452905"/>
                  </a:cubicBezTo>
                  <a:cubicBezTo>
                    <a:pt x="290910" y="469713"/>
                    <a:pt x="287603" y="473075"/>
                    <a:pt x="287603" y="473075"/>
                  </a:cubicBezTo>
                  <a:cubicBezTo>
                    <a:pt x="284296" y="469713"/>
                    <a:pt x="280988" y="466352"/>
                    <a:pt x="280988" y="456266"/>
                  </a:cubicBezTo>
                  <a:cubicBezTo>
                    <a:pt x="280988" y="442819"/>
                    <a:pt x="284296" y="436096"/>
                    <a:pt x="287603" y="429372"/>
                  </a:cubicBezTo>
                  <a:cubicBezTo>
                    <a:pt x="294218" y="422649"/>
                    <a:pt x="307447" y="415925"/>
                    <a:pt x="320676" y="415925"/>
                  </a:cubicBezTo>
                  <a:close/>
                  <a:moveTo>
                    <a:pt x="514259" y="0"/>
                  </a:moveTo>
                  <a:cubicBezTo>
                    <a:pt x="514259" y="0"/>
                    <a:pt x="514259" y="0"/>
                    <a:pt x="577484" y="0"/>
                  </a:cubicBezTo>
                  <a:cubicBezTo>
                    <a:pt x="620743" y="152958"/>
                    <a:pt x="667330" y="289290"/>
                    <a:pt x="723900" y="408996"/>
                  </a:cubicBezTo>
                  <a:cubicBezTo>
                    <a:pt x="677313" y="428947"/>
                    <a:pt x="637381" y="472174"/>
                    <a:pt x="620743" y="492125"/>
                  </a:cubicBezTo>
                  <a:cubicBezTo>
                    <a:pt x="604105" y="482150"/>
                    <a:pt x="580812" y="475499"/>
                    <a:pt x="557518" y="475499"/>
                  </a:cubicBezTo>
                  <a:cubicBezTo>
                    <a:pt x="524242" y="472174"/>
                    <a:pt x="497620" y="475499"/>
                    <a:pt x="467672" y="485475"/>
                  </a:cubicBezTo>
                  <a:cubicBezTo>
                    <a:pt x="451033" y="438922"/>
                    <a:pt x="417757" y="405671"/>
                    <a:pt x="377825" y="385720"/>
                  </a:cubicBezTo>
                  <a:cubicBezTo>
                    <a:pt x="427740" y="272664"/>
                    <a:pt x="474327" y="146308"/>
                    <a:pt x="514259" y="0"/>
                  </a:cubicBezTo>
                  <a:close/>
                  <a:moveTo>
                    <a:pt x="357017" y="0"/>
                  </a:moveTo>
                  <a:cubicBezTo>
                    <a:pt x="357017" y="0"/>
                    <a:pt x="357017" y="0"/>
                    <a:pt x="473798" y="0"/>
                  </a:cubicBezTo>
                  <a:cubicBezTo>
                    <a:pt x="433758" y="143162"/>
                    <a:pt x="390383" y="266347"/>
                    <a:pt x="336997" y="376216"/>
                  </a:cubicBezTo>
                  <a:cubicBezTo>
                    <a:pt x="333660" y="376216"/>
                    <a:pt x="330324" y="376216"/>
                    <a:pt x="326987" y="376216"/>
                  </a:cubicBezTo>
                  <a:cubicBezTo>
                    <a:pt x="286948" y="376216"/>
                    <a:pt x="256919" y="392862"/>
                    <a:pt x="246909" y="422827"/>
                  </a:cubicBezTo>
                  <a:cubicBezTo>
                    <a:pt x="236899" y="449461"/>
                    <a:pt x="236899" y="482755"/>
                    <a:pt x="260255" y="502731"/>
                  </a:cubicBezTo>
                  <a:cubicBezTo>
                    <a:pt x="266928" y="509389"/>
                    <a:pt x="276938" y="512719"/>
                    <a:pt x="283611" y="512719"/>
                  </a:cubicBezTo>
                  <a:cubicBezTo>
                    <a:pt x="306968" y="512719"/>
                    <a:pt x="326987" y="486084"/>
                    <a:pt x="333660" y="476096"/>
                  </a:cubicBezTo>
                  <a:cubicBezTo>
                    <a:pt x="333660" y="472767"/>
                    <a:pt x="336997" y="472767"/>
                    <a:pt x="336997" y="472767"/>
                  </a:cubicBezTo>
                  <a:cubicBezTo>
                    <a:pt x="343670" y="456120"/>
                    <a:pt x="353680" y="439473"/>
                    <a:pt x="360353" y="422827"/>
                  </a:cubicBezTo>
                  <a:cubicBezTo>
                    <a:pt x="400392" y="436144"/>
                    <a:pt x="420412" y="479425"/>
                    <a:pt x="433758" y="506060"/>
                  </a:cubicBezTo>
                  <a:cubicBezTo>
                    <a:pt x="427085" y="509389"/>
                    <a:pt x="423749" y="512719"/>
                    <a:pt x="420412" y="516048"/>
                  </a:cubicBezTo>
                  <a:cubicBezTo>
                    <a:pt x="407066" y="522707"/>
                    <a:pt x="377036" y="549342"/>
                    <a:pt x="373700" y="582635"/>
                  </a:cubicBezTo>
                  <a:cubicBezTo>
                    <a:pt x="370363" y="599282"/>
                    <a:pt x="377036" y="615928"/>
                    <a:pt x="390383" y="629246"/>
                  </a:cubicBezTo>
                  <a:cubicBezTo>
                    <a:pt x="397056" y="635904"/>
                    <a:pt x="407066" y="639234"/>
                    <a:pt x="420412" y="639234"/>
                  </a:cubicBezTo>
                  <a:cubicBezTo>
                    <a:pt x="430422" y="639234"/>
                    <a:pt x="443768" y="635904"/>
                    <a:pt x="453778" y="629246"/>
                  </a:cubicBezTo>
                  <a:cubicBezTo>
                    <a:pt x="477134" y="609270"/>
                    <a:pt x="487144" y="582635"/>
                    <a:pt x="483807" y="549342"/>
                  </a:cubicBezTo>
                  <a:cubicBezTo>
                    <a:pt x="480471" y="542683"/>
                    <a:pt x="480471" y="532695"/>
                    <a:pt x="477134" y="526036"/>
                  </a:cubicBezTo>
                  <a:cubicBezTo>
                    <a:pt x="483807" y="522707"/>
                    <a:pt x="487144" y="522707"/>
                    <a:pt x="490481" y="519377"/>
                  </a:cubicBezTo>
                  <a:cubicBezTo>
                    <a:pt x="513837" y="512719"/>
                    <a:pt x="543866" y="509389"/>
                    <a:pt x="577232" y="516048"/>
                  </a:cubicBezTo>
                  <a:cubicBezTo>
                    <a:pt x="583906" y="519377"/>
                    <a:pt x="587242" y="519377"/>
                    <a:pt x="593915" y="522707"/>
                  </a:cubicBezTo>
                  <a:cubicBezTo>
                    <a:pt x="593915" y="522707"/>
                    <a:pt x="590579" y="526036"/>
                    <a:pt x="590579" y="526036"/>
                  </a:cubicBezTo>
                  <a:cubicBezTo>
                    <a:pt x="570559" y="549342"/>
                    <a:pt x="547203" y="582635"/>
                    <a:pt x="550540" y="612599"/>
                  </a:cubicBezTo>
                  <a:cubicBezTo>
                    <a:pt x="550540" y="625916"/>
                    <a:pt x="557213" y="635904"/>
                    <a:pt x="570559" y="645892"/>
                  </a:cubicBezTo>
                  <a:cubicBezTo>
                    <a:pt x="593915" y="662539"/>
                    <a:pt x="617272" y="655880"/>
                    <a:pt x="637291" y="635904"/>
                  </a:cubicBezTo>
                  <a:cubicBezTo>
                    <a:pt x="657311" y="612599"/>
                    <a:pt x="667321" y="579306"/>
                    <a:pt x="663984" y="556000"/>
                  </a:cubicBezTo>
                  <a:cubicBezTo>
                    <a:pt x="663984" y="542683"/>
                    <a:pt x="657311" y="529365"/>
                    <a:pt x="650638" y="519377"/>
                  </a:cubicBezTo>
                  <a:cubicBezTo>
                    <a:pt x="677330" y="486084"/>
                    <a:pt x="710696" y="459449"/>
                    <a:pt x="740726" y="446132"/>
                  </a:cubicBezTo>
                  <a:cubicBezTo>
                    <a:pt x="747399" y="452791"/>
                    <a:pt x="750736" y="462779"/>
                    <a:pt x="754072" y="472767"/>
                  </a:cubicBezTo>
                  <a:cubicBezTo>
                    <a:pt x="767419" y="496072"/>
                    <a:pt x="790775" y="522707"/>
                    <a:pt x="820804" y="522707"/>
                  </a:cubicBezTo>
                  <a:cubicBezTo>
                    <a:pt x="830814" y="522707"/>
                    <a:pt x="840824" y="519377"/>
                    <a:pt x="850834" y="512719"/>
                  </a:cubicBezTo>
                  <a:cubicBezTo>
                    <a:pt x="864180" y="506060"/>
                    <a:pt x="870853" y="492743"/>
                    <a:pt x="874190" y="479425"/>
                  </a:cubicBezTo>
                  <a:cubicBezTo>
                    <a:pt x="874190" y="456120"/>
                    <a:pt x="860843" y="432815"/>
                    <a:pt x="844160" y="416168"/>
                  </a:cubicBezTo>
                  <a:cubicBezTo>
                    <a:pt x="820804" y="396192"/>
                    <a:pt x="794111" y="389533"/>
                    <a:pt x="760745" y="396192"/>
                  </a:cubicBezTo>
                  <a:cubicBezTo>
                    <a:pt x="707360" y="279665"/>
                    <a:pt x="660647" y="149821"/>
                    <a:pt x="617272" y="0"/>
                  </a:cubicBezTo>
                  <a:cubicBezTo>
                    <a:pt x="617272" y="0"/>
                    <a:pt x="617272" y="0"/>
                    <a:pt x="757409" y="0"/>
                  </a:cubicBezTo>
                  <a:cubicBezTo>
                    <a:pt x="774092" y="0"/>
                    <a:pt x="790775" y="13317"/>
                    <a:pt x="790775" y="33294"/>
                  </a:cubicBezTo>
                  <a:cubicBezTo>
                    <a:pt x="790775" y="33294"/>
                    <a:pt x="790775" y="33294"/>
                    <a:pt x="790775" y="139832"/>
                  </a:cubicBezTo>
                  <a:cubicBezTo>
                    <a:pt x="980961" y="226395"/>
                    <a:pt x="1114425" y="419497"/>
                    <a:pt x="1114425" y="642563"/>
                  </a:cubicBezTo>
                  <a:cubicBezTo>
                    <a:pt x="1114425" y="948863"/>
                    <a:pt x="864180" y="1198563"/>
                    <a:pt x="557213" y="1198563"/>
                  </a:cubicBezTo>
                  <a:cubicBezTo>
                    <a:pt x="250245" y="1198563"/>
                    <a:pt x="0" y="952192"/>
                    <a:pt x="0" y="645892"/>
                  </a:cubicBezTo>
                  <a:cubicBezTo>
                    <a:pt x="0" y="422827"/>
                    <a:pt x="133464" y="229725"/>
                    <a:pt x="323651" y="139832"/>
                  </a:cubicBezTo>
                  <a:cubicBezTo>
                    <a:pt x="323651" y="139832"/>
                    <a:pt x="323651" y="139832"/>
                    <a:pt x="323651" y="33294"/>
                  </a:cubicBezTo>
                  <a:cubicBezTo>
                    <a:pt x="323651" y="13317"/>
                    <a:pt x="336997" y="0"/>
                    <a:pt x="357017" y="0"/>
                  </a:cubicBezTo>
                  <a:close/>
                </a:path>
              </a:pathLst>
            </a:custGeom>
            <a:solidFill>
              <a:srgbClr val="FAB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1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3633179" y="-42234"/>
              <a:ext cx="22750" cy="850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cxnSp>
        <p:nvCxnSpPr>
          <p:cNvPr id="60" name="稻壳儿春秋广告/盗版必究        原创来源：http://chn.docer.com/works?userid=199329941#!/work_time"/>
          <p:cNvCxnSpPr/>
          <p:nvPr/>
        </p:nvCxnSpPr>
        <p:spPr>
          <a:xfrm>
            <a:off x="5968645" y="5132371"/>
            <a:ext cx="254711" cy="0"/>
          </a:xfrm>
          <a:prstGeom prst="line">
            <a:avLst/>
          </a:prstGeom>
          <a:ln w="28575">
            <a:solidFill>
              <a:srgbClr val="FAB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8.625905511811,&quot;left&quot;:524.1211811023621,&quot;top&quot;:95.72417322834646,&quot;width&quot;:416.6788188976378}"/>
</p:tagLst>
</file>

<file path=ppt/tags/tag2.xml><?xml version="1.0" encoding="utf-8"?>
<p:tagLst xmlns:p="http://schemas.openxmlformats.org/presentationml/2006/main">
  <p:tag name="KSO_WM_DIAGRAM_VIRTUALLY_FRAME" val="{&quot;height&quot;:348.625905511811,&quot;left&quot;:524.1211811023621,&quot;top&quot;:95.72417322834646,&quot;width&quot;:416.6788188976378}"/>
</p:tagLst>
</file>

<file path=ppt/tags/tag3.xml><?xml version="1.0" encoding="utf-8"?>
<p:tagLst xmlns:p="http://schemas.openxmlformats.org/presentationml/2006/main">
  <p:tag name="KSO_WM_DIAGRAM_VIRTUALLY_FRAME" val="{&quot;height&quot;:348.625905511811,&quot;left&quot;:524.1211811023621,&quot;top&quot;:95.72417322834646,&quot;width&quot;:416.6788188976378}"/>
</p:tagLst>
</file>

<file path=ppt/tags/tag4.xml><?xml version="1.0" encoding="utf-8"?>
<p:tagLst xmlns:p="http://schemas.openxmlformats.org/presentationml/2006/main">
  <p:tag name="KSO_WM_DIAGRAM_VIRTUALLY_FRAME" val="{&quot;height&quot;:348.625905511811,&quot;left&quot;:524.1211811023621,&quot;top&quot;:95.72417322834646,&quot;width&quot;:416.6788188976378}"/>
</p:tagLst>
</file>

<file path=ppt/tags/tag5.xml><?xml version="1.0" encoding="utf-8"?>
<p:tagLst xmlns:p="http://schemas.openxmlformats.org/presentationml/2006/main">
  <p:tag name="KSO_WM_DIAGRAM_VIRTUALLY_FRAME" val="{&quot;height&quot;:348.625905511811,&quot;left&quot;:524.1211811023621,&quot;top&quot;:95.72417322834646,&quot;width&quot;:416.6788188976378}"/>
</p:tagLst>
</file>

<file path=ppt/tags/tag6.xml><?xml version="1.0" encoding="utf-8"?>
<p:tagLst xmlns:p="http://schemas.openxmlformats.org/presentationml/2006/main">
  <p:tag name="KSO_WM_DIAGRAM_VIRTUALLY_FRAME" val="{&quot;height&quot;:348.625905511811,&quot;left&quot;:524.1211811023621,&quot;top&quot;:95.72417322834646,&quot;width&quot;:416.6788188976378}"/>
</p:tagLst>
</file>

<file path=ppt/tags/tag7.xml><?xml version="1.0" encoding="utf-8"?>
<p:tagLst xmlns:p="http://schemas.openxmlformats.org/presentationml/2006/main">
  <p:tag name="KSO_WM_DIAGRAM_VIRTUALLY_FRAME" val="{&quot;height&quot;:348.625905511811,&quot;left&quot;:524.1211811023621,&quot;top&quot;:95.72417322834646,&quot;width&quot;:416.6788188976378}"/>
</p:tagLst>
</file>

<file path=ppt/tags/tag8.xml><?xml version="1.0" encoding="utf-8"?>
<p:tagLst xmlns:p="http://schemas.openxmlformats.org/presentationml/2006/main">
  <p:tag name="KSO_WM_DIAGRAM_VIRTUALLY_FRAME" val="{&quot;height&quot;:348.625905511811,&quot;left&quot;:524.1211811023621,&quot;top&quot;:95.72417322834646,&quot;width&quot;:416.6788188976378}"/>
</p:tagLst>
</file>

<file path=ppt/tags/tag9.xml><?xml version="1.0" encoding="utf-8"?>
<p:tagLst xmlns:p="http://schemas.openxmlformats.org/presentationml/2006/main">
  <p:tag name="KSO_WM_DIAGRAM_VIRTUALLY_FRAME" val="{&quot;height&quot;:348.625905511811,&quot;left&quot;:524.1211811023621,&quot;top&quot;:95.72417322834646,&quot;width&quot;:416.6788188976378}"/>
</p:tagLst>
</file>

<file path=ppt/tags/tag10.xml><?xml version="1.0" encoding="utf-8"?>
<p:tagLst xmlns:p="http://schemas.openxmlformats.org/presentationml/2006/main">
  <p:tag name="KSO_WM_DIAGRAM_VIRTUALLY_FRAME" val="{&quot;height&quot;:348.625905511811,&quot;left&quot;:524.1211811023621,&quot;top&quot;:95.72417322834646,&quot;width&quot;:416.6788188976378}"/>
</p:tagLst>
</file>

<file path=ppt/tags/tag11.xml><?xml version="1.0" encoding="utf-8"?>
<p:tagLst xmlns:p="http://schemas.openxmlformats.org/presentationml/2006/main">
  <p:tag name="KSO_WM_DIAGRAM_VIRTUALLY_FRAME" val="{&quot;height&quot;:348.625905511811,&quot;left&quot;:524.1211811023621,&quot;top&quot;:95.72417322834646,&quot;width&quot;:416.6788188976378}"/>
</p:tagLst>
</file>

<file path=ppt/tags/tag12.xml><?xml version="1.0" encoding="utf-8"?>
<p:tagLst xmlns:p="http://schemas.openxmlformats.org/presentationml/2006/main">
  <p:tag name="KSO_WM_DIAGRAM_VIRTUALLY_FRAME" val="{&quot;height&quot;:348.625905511811,&quot;left&quot;:524.1211811023621,&quot;top&quot;:95.72417322834646,&quot;width&quot;:416.678818897637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7418</Words>
  <Application>WPS Presentation</Application>
  <PresentationFormat>宽屏</PresentationFormat>
  <Paragraphs>234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9" baseType="lpstr">
      <vt:lpstr>Arial</vt:lpstr>
      <vt:lpstr>SimSun</vt:lpstr>
      <vt:lpstr>Wingdings</vt:lpstr>
      <vt:lpstr>Arial Black</vt:lpstr>
      <vt:lpstr>Microsoft YaHei</vt:lpstr>
      <vt:lpstr>等线</vt:lpstr>
      <vt:lpstr>Calibri</vt:lpstr>
      <vt:lpstr>Arial Unicode MS</vt:lpstr>
      <vt:lpstr>等线 Light</vt:lpstr>
      <vt:lpstr>Wingdings</vt:lpstr>
      <vt:lpstr>Open Sans</vt:lpstr>
      <vt:lpstr>Segoe Print</vt:lpstr>
      <vt:lpstr>等线</vt:lpstr>
      <vt:lpstr>Malgun Gothic Semilight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春波 赵</dc:creator>
  <cp:lastModifiedBy>Sebastian Bruma</cp:lastModifiedBy>
  <cp:revision>100</cp:revision>
  <dcterms:created xsi:type="dcterms:W3CDTF">2019-07-12T02:30:00Z</dcterms:created>
  <dcterms:modified xsi:type="dcterms:W3CDTF">2025-12-03T23:56:00Z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1033-12.2.0.23155</vt:lpwstr>
  </property>
  <property fmtid="{D5CDD505-2E9C-101B-9397-08002B2CF9AE}" pid="3" name="ICV">
    <vt:lpwstr>A03BB3A80C564A4191F52AE86FD72B5B_13</vt:lpwstr>
  </property>
</Properties>
</file>